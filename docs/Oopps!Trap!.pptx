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5D2CA"/>
          </a:solidFill>
        </a:fill>
      </a:tcStyle>
    </a:wholeTbl>
    <a:band2H>
      <a:tcTxStyle/>
      <a:tcStyle>
        <a:tcBdr/>
        <a:fill>
          <a:solidFill>
            <a:srgbClr val="FAEAE6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DCCD"/>
          </a:solidFill>
        </a:fill>
      </a:tcStyle>
    </a:wholeTbl>
    <a:band2H>
      <a:tcTxStyle/>
      <a:tcStyle>
        <a:tcBdr/>
        <a:fill>
          <a:solidFill>
            <a:srgbClr val="E6EEE7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8CFDA"/>
          </a:solidFill>
        </a:fill>
      </a:tcStyle>
    </a:wholeTbl>
    <a:band2H>
      <a:tcTxStyle/>
      <a:tcStyle>
        <a:tcBdr/>
        <a:fill>
          <a:solidFill>
            <a:srgbClr val="ECE8ED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82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Rectangle 6"/>
          <p:cNvGrpSpPr/>
          <p:nvPr/>
        </p:nvGrpSpPr>
        <p:grpSpPr>
          <a:xfrm>
            <a:off x="837286" y="4713992"/>
            <a:ext cx="4245175" cy="61538"/>
            <a:chOff x="-99" y="0"/>
            <a:chExt cx="4245173" cy="61536"/>
          </a:xfrm>
        </p:grpSpPr>
        <p:sp>
          <p:nvSpPr>
            <p:cNvPr id="14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5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41247" y="448055"/>
            <a:ext cx="10515601" cy="4069082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r>
              <a:t>Текст заголовка</a:t>
            </a:r>
          </a:p>
        </p:txBody>
      </p:sp>
      <p:sp>
        <p:nvSpPr>
          <p:cNvPr id="1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41247" y="4983479"/>
            <a:ext cx="10515601" cy="11247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0">
              <a:buSzTx/>
              <a:buFontTx/>
              <a:buNone/>
            </a:lvl2pPr>
            <a:lvl3pPr marL="0" indent="0">
              <a:buSzTx/>
              <a:buFontTx/>
              <a:buNone/>
            </a:lvl3pPr>
            <a:lvl4pPr marL="0" indent="0">
              <a:buSzTx/>
              <a:buFontTx/>
              <a:buNone/>
            </a:lvl4pPr>
            <a:lvl5pPr marL="0" indent="0">
              <a:buSzTx/>
              <a:buFontTx/>
              <a:buNone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 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Rectangle 6"/>
          <p:cNvGrpSpPr/>
          <p:nvPr/>
        </p:nvGrpSpPr>
        <p:grpSpPr>
          <a:xfrm>
            <a:off x="837286" y="4713992"/>
            <a:ext cx="4245175" cy="61538"/>
            <a:chOff x="-99" y="0"/>
            <a:chExt cx="4245173" cy="61536"/>
          </a:xfrm>
        </p:grpSpPr>
        <p:sp>
          <p:nvSpPr>
            <p:cNvPr id="26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27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41247" y="448055"/>
            <a:ext cx="10515601" cy="4069082"/>
          </a:xfrm>
          <a:prstGeom prst="rect">
            <a:avLst/>
          </a:prstGeom>
        </p:spPr>
        <p:txBody>
          <a:bodyPr anchor="b"/>
          <a:lstStyle>
            <a:lvl1pPr>
              <a:defRPr sz="9600">
                <a:solidFill>
                  <a:srgbClr val="FFFFFF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41247" y="4983479"/>
            <a:ext cx="10515601" cy="11247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2pPr>
            <a:lvl3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3pPr>
            <a:lvl4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4pPr>
            <a:lvl5pPr marL="0" indent="0">
              <a:buSzTx/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41247" y="448055"/>
            <a:ext cx="10515601" cy="4069082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r>
              <a:t>Текст заголовка</a:t>
            </a:r>
          </a:p>
        </p:txBody>
      </p:sp>
      <p:sp>
        <p:nvSpPr>
          <p:cNvPr id="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41247" y="4983479"/>
            <a:ext cx="10515601" cy="1124714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grpSp>
        <p:nvGrpSpPr>
          <p:cNvPr id="51" name="Rectangle 6"/>
          <p:cNvGrpSpPr/>
          <p:nvPr/>
        </p:nvGrpSpPr>
        <p:grpSpPr>
          <a:xfrm>
            <a:off x="837286" y="4713992"/>
            <a:ext cx="4245175" cy="61538"/>
            <a:chOff x="-99" y="0"/>
            <a:chExt cx="4245173" cy="61536"/>
          </a:xfrm>
        </p:grpSpPr>
        <p:sp>
          <p:nvSpPr>
            <p:cNvPr id="49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50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0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929383"/>
            <a:ext cx="5181600" cy="42519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938527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3600" b="1"/>
            </a:lvl1pPr>
            <a:lvl2pPr marL="0" indent="0">
              <a:buSzTx/>
              <a:buFontTx/>
              <a:buNone/>
              <a:defRPr sz="3600" b="1"/>
            </a:lvl2pPr>
            <a:lvl3pPr marL="0" indent="0">
              <a:buSzTx/>
              <a:buFontTx/>
              <a:buNone/>
              <a:defRPr sz="3600" b="1"/>
            </a:lvl3pPr>
            <a:lvl4pPr marL="0" indent="0">
              <a:buSzTx/>
              <a:buFontTx/>
              <a:buNone/>
              <a:defRPr sz="3600" b="1"/>
            </a:lvl4pPr>
            <a:lvl5pPr marL="0" indent="0">
              <a:buSzTx/>
              <a:buFontTx/>
              <a:buNone/>
              <a:defRPr sz="36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38527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7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  <a:prstGeom prst="rect">
            <a:avLst/>
          </a:prstGeom>
        </p:spPr>
        <p:txBody>
          <a:bodyPr/>
          <a:lstStyle>
            <a:lvl1pPr algn="ctr">
              <a:defRPr sz="7800"/>
            </a:lvl1pPr>
          </a:lstStyle>
          <a:p>
            <a:r>
              <a:t>Текст заголовка</a:t>
            </a:r>
          </a:p>
        </p:txBody>
      </p:sp>
      <p:grpSp>
        <p:nvGrpSpPr>
          <p:cNvPr id="81" name="Rectangle 6"/>
          <p:cNvGrpSpPr/>
          <p:nvPr/>
        </p:nvGrpSpPr>
        <p:grpSpPr>
          <a:xfrm>
            <a:off x="3973292" y="5104001"/>
            <a:ext cx="4245175" cy="61538"/>
            <a:chOff x="-99" y="0"/>
            <a:chExt cx="4245173" cy="61536"/>
          </a:xfrm>
        </p:grpSpPr>
        <p:sp>
          <p:nvSpPr>
            <p:cNvPr id="79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80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8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34290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97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303520" y="548640"/>
            <a:ext cx="6053330" cy="5431536"/>
          </a:xfrm>
          <a:prstGeom prst="rect">
            <a:avLst/>
          </a:prstGeom>
        </p:spPr>
        <p:txBody>
          <a:bodyPr anchor="ctr"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3977640"/>
            <a:ext cx="3932238" cy="200253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101" name="Rectangle 6"/>
          <p:cNvGrpSpPr/>
          <p:nvPr/>
        </p:nvGrpSpPr>
        <p:grpSpPr>
          <a:xfrm>
            <a:off x="5009341" y="1026817"/>
            <a:ext cx="59921" cy="4482050"/>
            <a:chOff x="0" y="51"/>
            <a:chExt cx="59920" cy="4482049"/>
          </a:xfrm>
        </p:grpSpPr>
        <p:sp>
          <p:nvSpPr>
            <p:cNvPr id="99" name="Фигура"/>
            <p:cNvSpPr/>
            <p:nvPr/>
          </p:nvSpPr>
          <p:spPr>
            <a:xfrm rot="5400000">
              <a:off x="-2212592" y="2213403"/>
              <a:ext cx="4481290" cy="56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3376" extrusionOk="0">
                  <a:moveTo>
                    <a:pt x="0" y="3328"/>
                  </a:moveTo>
                  <a:cubicBezTo>
                    <a:pt x="1376" y="3382"/>
                    <a:pt x="1555" y="7196"/>
                    <a:pt x="2869" y="3328"/>
                  </a:cubicBezTo>
                  <a:cubicBezTo>
                    <a:pt x="4183" y="-540"/>
                    <a:pt x="4767" y="648"/>
                    <a:pt x="5306" y="3328"/>
                  </a:cubicBezTo>
                  <a:cubicBezTo>
                    <a:pt x="5845" y="6008"/>
                    <a:pt x="7588" y="-5353"/>
                    <a:pt x="8823" y="3328"/>
                  </a:cubicBezTo>
                  <a:cubicBezTo>
                    <a:pt x="10058" y="12009"/>
                    <a:pt x="10511" y="4436"/>
                    <a:pt x="11692" y="3328"/>
                  </a:cubicBezTo>
                  <a:cubicBezTo>
                    <a:pt x="12872" y="2221"/>
                    <a:pt x="13408" y="8795"/>
                    <a:pt x="14560" y="3328"/>
                  </a:cubicBezTo>
                  <a:cubicBezTo>
                    <a:pt x="15713" y="-2139"/>
                    <a:pt x="16661" y="2950"/>
                    <a:pt x="18077" y="3328"/>
                  </a:cubicBezTo>
                  <a:cubicBezTo>
                    <a:pt x="19494" y="3706"/>
                    <a:pt x="20737" y="7392"/>
                    <a:pt x="21594" y="3328"/>
                  </a:cubicBezTo>
                  <a:cubicBezTo>
                    <a:pt x="21596" y="5553"/>
                    <a:pt x="21600" y="8025"/>
                    <a:pt x="21594" y="9869"/>
                  </a:cubicBezTo>
                  <a:cubicBezTo>
                    <a:pt x="20626" y="3875"/>
                    <a:pt x="20245" y="15419"/>
                    <a:pt x="18941" y="9869"/>
                  </a:cubicBezTo>
                  <a:cubicBezTo>
                    <a:pt x="17636" y="4319"/>
                    <a:pt x="16656" y="10824"/>
                    <a:pt x="15856" y="9869"/>
                  </a:cubicBezTo>
                  <a:cubicBezTo>
                    <a:pt x="15056" y="8913"/>
                    <a:pt x="13892" y="13333"/>
                    <a:pt x="12771" y="9869"/>
                  </a:cubicBezTo>
                  <a:cubicBezTo>
                    <a:pt x="11651" y="6404"/>
                    <a:pt x="10788" y="7258"/>
                    <a:pt x="9902" y="9869"/>
                  </a:cubicBezTo>
                  <a:cubicBezTo>
                    <a:pt x="9017" y="12480"/>
                    <a:pt x="7549" y="16247"/>
                    <a:pt x="6386" y="9869"/>
                  </a:cubicBezTo>
                  <a:cubicBezTo>
                    <a:pt x="5222" y="3490"/>
                    <a:pt x="3795" y="8118"/>
                    <a:pt x="2869" y="9869"/>
                  </a:cubicBezTo>
                  <a:cubicBezTo>
                    <a:pt x="1943" y="11619"/>
                    <a:pt x="817" y="8012"/>
                    <a:pt x="0" y="9869"/>
                  </a:cubicBezTo>
                  <a:cubicBezTo>
                    <a:pt x="1" y="7654"/>
                    <a:pt x="1" y="4873"/>
                    <a:pt x="0" y="3328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00" name="Фигура"/>
            <p:cNvSpPr/>
            <p:nvPr/>
          </p:nvSpPr>
          <p:spPr>
            <a:xfrm rot="5400000">
              <a:off x="-2209865" y="2211590"/>
              <a:ext cx="4481324" cy="58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6135" extrusionOk="0">
                  <a:moveTo>
                    <a:pt x="4" y="4923"/>
                  </a:moveTo>
                  <a:cubicBezTo>
                    <a:pt x="1295" y="7341"/>
                    <a:pt x="1615" y="5651"/>
                    <a:pt x="2873" y="4923"/>
                  </a:cubicBezTo>
                  <a:cubicBezTo>
                    <a:pt x="4132" y="4194"/>
                    <a:pt x="4168" y="1224"/>
                    <a:pt x="5311" y="4923"/>
                  </a:cubicBezTo>
                  <a:cubicBezTo>
                    <a:pt x="6453" y="8622"/>
                    <a:pt x="6904" y="-2242"/>
                    <a:pt x="7964" y="4923"/>
                  </a:cubicBezTo>
                  <a:cubicBezTo>
                    <a:pt x="9023" y="12087"/>
                    <a:pt x="10478" y="11523"/>
                    <a:pt x="11264" y="4923"/>
                  </a:cubicBezTo>
                  <a:cubicBezTo>
                    <a:pt x="12051" y="-1678"/>
                    <a:pt x="13117" y="12720"/>
                    <a:pt x="14133" y="4923"/>
                  </a:cubicBezTo>
                  <a:cubicBezTo>
                    <a:pt x="15150" y="-2875"/>
                    <a:pt x="16023" y="12408"/>
                    <a:pt x="16786" y="4923"/>
                  </a:cubicBezTo>
                  <a:cubicBezTo>
                    <a:pt x="17550" y="-2563"/>
                    <a:pt x="19341" y="-651"/>
                    <a:pt x="21599" y="4923"/>
                  </a:cubicBezTo>
                  <a:cubicBezTo>
                    <a:pt x="21594" y="7223"/>
                    <a:pt x="21597" y="10882"/>
                    <a:pt x="21599" y="12522"/>
                  </a:cubicBezTo>
                  <a:cubicBezTo>
                    <a:pt x="20797" y="11590"/>
                    <a:pt x="19420" y="17604"/>
                    <a:pt x="18514" y="12522"/>
                  </a:cubicBezTo>
                  <a:cubicBezTo>
                    <a:pt x="17608" y="7440"/>
                    <a:pt x="17103" y="8245"/>
                    <a:pt x="15861" y="12522"/>
                  </a:cubicBezTo>
                  <a:cubicBezTo>
                    <a:pt x="14619" y="16799"/>
                    <a:pt x="13645" y="9871"/>
                    <a:pt x="12344" y="12522"/>
                  </a:cubicBezTo>
                  <a:cubicBezTo>
                    <a:pt x="11043" y="15173"/>
                    <a:pt x="10354" y="9320"/>
                    <a:pt x="9475" y="12522"/>
                  </a:cubicBezTo>
                  <a:cubicBezTo>
                    <a:pt x="8596" y="15724"/>
                    <a:pt x="8149" y="18725"/>
                    <a:pt x="7038" y="12522"/>
                  </a:cubicBezTo>
                  <a:cubicBezTo>
                    <a:pt x="5928" y="6319"/>
                    <a:pt x="4417" y="17567"/>
                    <a:pt x="3737" y="12522"/>
                  </a:cubicBezTo>
                  <a:cubicBezTo>
                    <a:pt x="3058" y="7477"/>
                    <a:pt x="1746" y="4379"/>
                    <a:pt x="4" y="12522"/>
                  </a:cubicBezTo>
                  <a:cubicBezTo>
                    <a:pt x="-1" y="9076"/>
                    <a:pt x="-1" y="6986"/>
                    <a:pt x="4" y="4923"/>
                  </a:cubicBezTo>
                  <a:close/>
                </a:path>
              </a:pathLst>
            </a:custGeom>
            <a:noFill/>
            <a:ln w="4445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0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1923" cy="34290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11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303520" y="548640"/>
            <a:ext cx="6053330" cy="543153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3977640"/>
            <a:ext cx="3931923" cy="20025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/>
            </a:lvl1pPr>
            <a:lvl2pPr marL="0" indent="0">
              <a:buSzTx/>
              <a:buFontTx/>
              <a:buNone/>
              <a:defRPr sz="3200"/>
            </a:lvl2pPr>
            <a:lvl3pPr marL="0" indent="0">
              <a:buSzTx/>
              <a:buFontTx/>
              <a:buNone/>
              <a:defRPr sz="3200"/>
            </a:lvl3pPr>
            <a:lvl4pPr marL="0" indent="0">
              <a:buSzTx/>
              <a:buFontTx/>
              <a:buNone/>
              <a:defRPr sz="3200"/>
            </a:lvl4pPr>
            <a:lvl5pPr marL="0" indent="0">
              <a:buSzTx/>
              <a:buFontTx/>
              <a:buNone/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grpSp>
        <p:nvGrpSpPr>
          <p:cNvPr id="114" name="Rectangle 6"/>
          <p:cNvGrpSpPr/>
          <p:nvPr/>
        </p:nvGrpSpPr>
        <p:grpSpPr>
          <a:xfrm>
            <a:off x="5009913" y="1026817"/>
            <a:ext cx="59921" cy="4482050"/>
            <a:chOff x="0" y="51"/>
            <a:chExt cx="59920" cy="4482049"/>
          </a:xfrm>
        </p:grpSpPr>
        <p:sp>
          <p:nvSpPr>
            <p:cNvPr id="112" name="Фигура"/>
            <p:cNvSpPr/>
            <p:nvPr/>
          </p:nvSpPr>
          <p:spPr>
            <a:xfrm rot="5400000">
              <a:off x="-2212592" y="2213403"/>
              <a:ext cx="4481290" cy="56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3376" extrusionOk="0">
                  <a:moveTo>
                    <a:pt x="0" y="3328"/>
                  </a:moveTo>
                  <a:cubicBezTo>
                    <a:pt x="1376" y="3382"/>
                    <a:pt x="1555" y="7196"/>
                    <a:pt x="2869" y="3328"/>
                  </a:cubicBezTo>
                  <a:cubicBezTo>
                    <a:pt x="4183" y="-540"/>
                    <a:pt x="4767" y="648"/>
                    <a:pt x="5306" y="3328"/>
                  </a:cubicBezTo>
                  <a:cubicBezTo>
                    <a:pt x="5845" y="6008"/>
                    <a:pt x="7588" y="-5353"/>
                    <a:pt x="8823" y="3328"/>
                  </a:cubicBezTo>
                  <a:cubicBezTo>
                    <a:pt x="10058" y="12009"/>
                    <a:pt x="10511" y="4436"/>
                    <a:pt x="11692" y="3328"/>
                  </a:cubicBezTo>
                  <a:cubicBezTo>
                    <a:pt x="12872" y="2221"/>
                    <a:pt x="13408" y="8795"/>
                    <a:pt x="14560" y="3328"/>
                  </a:cubicBezTo>
                  <a:cubicBezTo>
                    <a:pt x="15713" y="-2139"/>
                    <a:pt x="16661" y="2950"/>
                    <a:pt x="18077" y="3328"/>
                  </a:cubicBezTo>
                  <a:cubicBezTo>
                    <a:pt x="19494" y="3706"/>
                    <a:pt x="20737" y="7392"/>
                    <a:pt x="21594" y="3328"/>
                  </a:cubicBezTo>
                  <a:cubicBezTo>
                    <a:pt x="21596" y="5553"/>
                    <a:pt x="21600" y="8025"/>
                    <a:pt x="21594" y="9869"/>
                  </a:cubicBezTo>
                  <a:cubicBezTo>
                    <a:pt x="20626" y="3875"/>
                    <a:pt x="20245" y="15419"/>
                    <a:pt x="18941" y="9869"/>
                  </a:cubicBezTo>
                  <a:cubicBezTo>
                    <a:pt x="17636" y="4319"/>
                    <a:pt x="16656" y="10824"/>
                    <a:pt x="15856" y="9869"/>
                  </a:cubicBezTo>
                  <a:cubicBezTo>
                    <a:pt x="15056" y="8913"/>
                    <a:pt x="13892" y="13333"/>
                    <a:pt x="12771" y="9869"/>
                  </a:cubicBezTo>
                  <a:cubicBezTo>
                    <a:pt x="11651" y="6404"/>
                    <a:pt x="10788" y="7258"/>
                    <a:pt x="9902" y="9869"/>
                  </a:cubicBezTo>
                  <a:cubicBezTo>
                    <a:pt x="9017" y="12480"/>
                    <a:pt x="7549" y="16247"/>
                    <a:pt x="6386" y="9869"/>
                  </a:cubicBezTo>
                  <a:cubicBezTo>
                    <a:pt x="5222" y="3490"/>
                    <a:pt x="3795" y="8118"/>
                    <a:pt x="2869" y="9869"/>
                  </a:cubicBezTo>
                  <a:cubicBezTo>
                    <a:pt x="1943" y="11619"/>
                    <a:pt x="817" y="8012"/>
                    <a:pt x="0" y="9869"/>
                  </a:cubicBezTo>
                  <a:cubicBezTo>
                    <a:pt x="1" y="7654"/>
                    <a:pt x="1" y="4873"/>
                    <a:pt x="0" y="3328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13" name="Фигура"/>
            <p:cNvSpPr/>
            <p:nvPr/>
          </p:nvSpPr>
          <p:spPr>
            <a:xfrm rot="5400000">
              <a:off x="-2209865" y="2211590"/>
              <a:ext cx="4481324" cy="58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6135" extrusionOk="0">
                  <a:moveTo>
                    <a:pt x="4" y="4923"/>
                  </a:moveTo>
                  <a:cubicBezTo>
                    <a:pt x="1295" y="7341"/>
                    <a:pt x="1615" y="5651"/>
                    <a:pt x="2873" y="4923"/>
                  </a:cubicBezTo>
                  <a:cubicBezTo>
                    <a:pt x="4132" y="4194"/>
                    <a:pt x="4168" y="1224"/>
                    <a:pt x="5311" y="4923"/>
                  </a:cubicBezTo>
                  <a:cubicBezTo>
                    <a:pt x="6453" y="8622"/>
                    <a:pt x="6904" y="-2242"/>
                    <a:pt x="7964" y="4923"/>
                  </a:cubicBezTo>
                  <a:cubicBezTo>
                    <a:pt x="9023" y="12087"/>
                    <a:pt x="10478" y="11523"/>
                    <a:pt x="11264" y="4923"/>
                  </a:cubicBezTo>
                  <a:cubicBezTo>
                    <a:pt x="12051" y="-1678"/>
                    <a:pt x="13117" y="12720"/>
                    <a:pt x="14133" y="4923"/>
                  </a:cubicBezTo>
                  <a:cubicBezTo>
                    <a:pt x="15150" y="-2875"/>
                    <a:pt x="16023" y="12408"/>
                    <a:pt x="16786" y="4923"/>
                  </a:cubicBezTo>
                  <a:cubicBezTo>
                    <a:pt x="17550" y="-2563"/>
                    <a:pt x="19341" y="-651"/>
                    <a:pt x="21599" y="4923"/>
                  </a:cubicBezTo>
                  <a:cubicBezTo>
                    <a:pt x="21594" y="7223"/>
                    <a:pt x="21597" y="10882"/>
                    <a:pt x="21599" y="12522"/>
                  </a:cubicBezTo>
                  <a:cubicBezTo>
                    <a:pt x="20797" y="11590"/>
                    <a:pt x="19420" y="17604"/>
                    <a:pt x="18514" y="12522"/>
                  </a:cubicBezTo>
                  <a:cubicBezTo>
                    <a:pt x="17608" y="7440"/>
                    <a:pt x="17103" y="8245"/>
                    <a:pt x="15861" y="12522"/>
                  </a:cubicBezTo>
                  <a:cubicBezTo>
                    <a:pt x="14619" y="16799"/>
                    <a:pt x="13645" y="9871"/>
                    <a:pt x="12344" y="12522"/>
                  </a:cubicBezTo>
                  <a:cubicBezTo>
                    <a:pt x="11043" y="15173"/>
                    <a:pt x="10354" y="9320"/>
                    <a:pt x="9475" y="12522"/>
                  </a:cubicBezTo>
                  <a:cubicBezTo>
                    <a:pt x="8596" y="15724"/>
                    <a:pt x="8149" y="18725"/>
                    <a:pt x="7038" y="12522"/>
                  </a:cubicBezTo>
                  <a:cubicBezTo>
                    <a:pt x="5928" y="6319"/>
                    <a:pt x="4417" y="17567"/>
                    <a:pt x="3737" y="12522"/>
                  </a:cubicBezTo>
                  <a:cubicBezTo>
                    <a:pt x="3058" y="7477"/>
                    <a:pt x="1746" y="4379"/>
                    <a:pt x="4" y="12522"/>
                  </a:cubicBezTo>
                  <a:cubicBezTo>
                    <a:pt x="-1" y="9076"/>
                    <a:pt x="-1" y="6986"/>
                    <a:pt x="4" y="4923"/>
                  </a:cubicBezTo>
                  <a:close/>
                </a:path>
              </a:pathLst>
            </a:custGeom>
            <a:noFill/>
            <a:ln w="4445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1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Rectangle 7"/>
          <p:cNvGrpSpPr/>
          <p:nvPr/>
        </p:nvGrpSpPr>
        <p:grpSpPr>
          <a:xfrm>
            <a:off x="837496" y="1689694"/>
            <a:ext cx="10516396" cy="60996"/>
            <a:chOff x="-76" y="0"/>
            <a:chExt cx="10516395" cy="60994"/>
          </a:xfrm>
        </p:grpSpPr>
        <p:sp>
          <p:nvSpPr>
            <p:cNvPr id="2" name="Фигура"/>
            <p:cNvSpPr/>
            <p:nvPr/>
          </p:nvSpPr>
          <p:spPr>
            <a:xfrm>
              <a:off x="-77" y="144"/>
              <a:ext cx="10516180" cy="60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0" extrusionOk="0">
                  <a:moveTo>
                    <a:pt x="1" y="4713"/>
                  </a:moveTo>
                  <a:cubicBezTo>
                    <a:pt x="475" y="8082"/>
                    <a:pt x="684" y="9733"/>
                    <a:pt x="1135" y="4713"/>
                  </a:cubicBezTo>
                  <a:cubicBezTo>
                    <a:pt x="1586" y="-307"/>
                    <a:pt x="1566" y="1349"/>
                    <a:pt x="1837" y="4713"/>
                  </a:cubicBezTo>
                  <a:cubicBezTo>
                    <a:pt x="2108" y="8078"/>
                    <a:pt x="2962" y="1076"/>
                    <a:pt x="3619" y="4713"/>
                  </a:cubicBezTo>
                  <a:cubicBezTo>
                    <a:pt x="4276" y="8350"/>
                    <a:pt x="4338" y="6421"/>
                    <a:pt x="4753" y="4713"/>
                  </a:cubicBezTo>
                  <a:cubicBezTo>
                    <a:pt x="5167" y="3005"/>
                    <a:pt x="5636" y="526"/>
                    <a:pt x="5886" y="4713"/>
                  </a:cubicBezTo>
                  <a:cubicBezTo>
                    <a:pt x="6137" y="8901"/>
                    <a:pt x="6872" y="6640"/>
                    <a:pt x="7668" y="4713"/>
                  </a:cubicBezTo>
                  <a:cubicBezTo>
                    <a:pt x="8465" y="2787"/>
                    <a:pt x="8235" y="3972"/>
                    <a:pt x="8586" y="4713"/>
                  </a:cubicBezTo>
                  <a:cubicBezTo>
                    <a:pt x="8937" y="5455"/>
                    <a:pt x="9726" y="8824"/>
                    <a:pt x="10368" y="4713"/>
                  </a:cubicBezTo>
                  <a:cubicBezTo>
                    <a:pt x="11010" y="603"/>
                    <a:pt x="11630" y="542"/>
                    <a:pt x="12150" y="4713"/>
                  </a:cubicBezTo>
                  <a:cubicBezTo>
                    <a:pt x="12669" y="8885"/>
                    <a:pt x="12958" y="11836"/>
                    <a:pt x="13499" y="4713"/>
                  </a:cubicBezTo>
                  <a:cubicBezTo>
                    <a:pt x="14041" y="-2409"/>
                    <a:pt x="14599" y="2454"/>
                    <a:pt x="15281" y="4713"/>
                  </a:cubicBezTo>
                  <a:cubicBezTo>
                    <a:pt x="15964" y="6973"/>
                    <a:pt x="16111" y="2578"/>
                    <a:pt x="16415" y="4713"/>
                  </a:cubicBezTo>
                  <a:cubicBezTo>
                    <a:pt x="16719" y="6848"/>
                    <a:pt x="17027" y="-36"/>
                    <a:pt x="17549" y="4713"/>
                  </a:cubicBezTo>
                  <a:cubicBezTo>
                    <a:pt x="18071" y="9463"/>
                    <a:pt x="18474" y="11654"/>
                    <a:pt x="19115" y="4713"/>
                  </a:cubicBezTo>
                  <a:cubicBezTo>
                    <a:pt x="19756" y="-2227"/>
                    <a:pt x="20004" y="-880"/>
                    <a:pt x="20249" y="4713"/>
                  </a:cubicBezTo>
                  <a:cubicBezTo>
                    <a:pt x="20493" y="10307"/>
                    <a:pt x="21300" y="3758"/>
                    <a:pt x="21598" y="4713"/>
                  </a:cubicBezTo>
                  <a:cubicBezTo>
                    <a:pt x="21598" y="6074"/>
                    <a:pt x="21599" y="9260"/>
                    <a:pt x="21598" y="11151"/>
                  </a:cubicBezTo>
                  <a:cubicBezTo>
                    <a:pt x="21165" y="14642"/>
                    <a:pt x="20682" y="5496"/>
                    <a:pt x="20033" y="11151"/>
                  </a:cubicBezTo>
                  <a:cubicBezTo>
                    <a:pt x="19383" y="16806"/>
                    <a:pt x="19489" y="10311"/>
                    <a:pt x="19331" y="11151"/>
                  </a:cubicBezTo>
                  <a:cubicBezTo>
                    <a:pt x="19173" y="11991"/>
                    <a:pt x="18863" y="15064"/>
                    <a:pt x="18413" y="11151"/>
                  </a:cubicBezTo>
                  <a:cubicBezTo>
                    <a:pt x="17963" y="7238"/>
                    <a:pt x="17005" y="19191"/>
                    <a:pt x="16631" y="11151"/>
                  </a:cubicBezTo>
                  <a:cubicBezTo>
                    <a:pt x="16257" y="3111"/>
                    <a:pt x="15628" y="18690"/>
                    <a:pt x="15281" y="11151"/>
                  </a:cubicBezTo>
                  <a:cubicBezTo>
                    <a:pt x="14934" y="3612"/>
                    <a:pt x="14695" y="11056"/>
                    <a:pt x="14363" y="11151"/>
                  </a:cubicBezTo>
                  <a:cubicBezTo>
                    <a:pt x="14031" y="11246"/>
                    <a:pt x="13427" y="16722"/>
                    <a:pt x="13014" y="11151"/>
                  </a:cubicBezTo>
                  <a:cubicBezTo>
                    <a:pt x="12600" y="5579"/>
                    <a:pt x="12525" y="7311"/>
                    <a:pt x="12312" y="11151"/>
                  </a:cubicBezTo>
                  <a:cubicBezTo>
                    <a:pt x="12098" y="14991"/>
                    <a:pt x="11901" y="12715"/>
                    <a:pt x="11610" y="11151"/>
                  </a:cubicBezTo>
                  <a:cubicBezTo>
                    <a:pt x="11319" y="9587"/>
                    <a:pt x="10616" y="3857"/>
                    <a:pt x="10260" y="11151"/>
                  </a:cubicBezTo>
                  <a:cubicBezTo>
                    <a:pt x="9904" y="18445"/>
                    <a:pt x="9560" y="9726"/>
                    <a:pt x="9342" y="11151"/>
                  </a:cubicBezTo>
                  <a:cubicBezTo>
                    <a:pt x="9124" y="12575"/>
                    <a:pt x="8532" y="12463"/>
                    <a:pt x="7776" y="11151"/>
                  </a:cubicBezTo>
                  <a:cubicBezTo>
                    <a:pt x="7021" y="9839"/>
                    <a:pt x="7282" y="11716"/>
                    <a:pt x="6858" y="11151"/>
                  </a:cubicBezTo>
                  <a:cubicBezTo>
                    <a:pt x="6435" y="10586"/>
                    <a:pt x="5715" y="15496"/>
                    <a:pt x="5293" y="11151"/>
                  </a:cubicBezTo>
                  <a:cubicBezTo>
                    <a:pt x="4870" y="6806"/>
                    <a:pt x="4822" y="8029"/>
                    <a:pt x="4591" y="11151"/>
                  </a:cubicBezTo>
                  <a:cubicBezTo>
                    <a:pt x="4359" y="14273"/>
                    <a:pt x="3669" y="16231"/>
                    <a:pt x="3025" y="11151"/>
                  </a:cubicBezTo>
                  <a:cubicBezTo>
                    <a:pt x="2381" y="6070"/>
                    <a:pt x="2474" y="13616"/>
                    <a:pt x="2107" y="11151"/>
                  </a:cubicBezTo>
                  <a:cubicBezTo>
                    <a:pt x="1740" y="8686"/>
                    <a:pt x="1740" y="8936"/>
                    <a:pt x="1405" y="11151"/>
                  </a:cubicBezTo>
                  <a:cubicBezTo>
                    <a:pt x="1070" y="13365"/>
                    <a:pt x="660" y="15667"/>
                    <a:pt x="1" y="11151"/>
                  </a:cubicBezTo>
                  <a:cubicBezTo>
                    <a:pt x="0" y="9374"/>
                    <a:pt x="-1" y="7406"/>
                    <a:pt x="1" y="4713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3" name="Фигура"/>
            <p:cNvSpPr/>
            <p:nvPr/>
          </p:nvSpPr>
          <p:spPr>
            <a:xfrm>
              <a:off x="625" y="-1"/>
              <a:ext cx="10515695" cy="60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169" extrusionOk="0">
                  <a:moveTo>
                    <a:pt x="0" y="5032"/>
                  </a:moveTo>
                  <a:cubicBezTo>
                    <a:pt x="246" y="1465"/>
                    <a:pt x="520" y="3146"/>
                    <a:pt x="918" y="5032"/>
                  </a:cubicBezTo>
                  <a:cubicBezTo>
                    <a:pt x="1316" y="6918"/>
                    <a:pt x="1728" y="3275"/>
                    <a:pt x="2268" y="5032"/>
                  </a:cubicBezTo>
                  <a:cubicBezTo>
                    <a:pt x="2808" y="6790"/>
                    <a:pt x="3072" y="5344"/>
                    <a:pt x="3834" y="5032"/>
                  </a:cubicBezTo>
                  <a:cubicBezTo>
                    <a:pt x="4596" y="4720"/>
                    <a:pt x="4198" y="8018"/>
                    <a:pt x="4536" y="5032"/>
                  </a:cubicBezTo>
                  <a:cubicBezTo>
                    <a:pt x="4874" y="2047"/>
                    <a:pt x="4970" y="7491"/>
                    <a:pt x="5238" y="5032"/>
                  </a:cubicBezTo>
                  <a:cubicBezTo>
                    <a:pt x="5506" y="2573"/>
                    <a:pt x="6364" y="5984"/>
                    <a:pt x="7020" y="5032"/>
                  </a:cubicBezTo>
                  <a:cubicBezTo>
                    <a:pt x="7676" y="4081"/>
                    <a:pt x="8044" y="3482"/>
                    <a:pt x="8370" y="5032"/>
                  </a:cubicBezTo>
                  <a:cubicBezTo>
                    <a:pt x="8696" y="6583"/>
                    <a:pt x="8790" y="6440"/>
                    <a:pt x="9072" y="5032"/>
                  </a:cubicBezTo>
                  <a:cubicBezTo>
                    <a:pt x="9354" y="3624"/>
                    <a:pt x="10097" y="11504"/>
                    <a:pt x="10422" y="5032"/>
                  </a:cubicBezTo>
                  <a:cubicBezTo>
                    <a:pt x="10746" y="-1440"/>
                    <a:pt x="11528" y="13048"/>
                    <a:pt x="12204" y="5032"/>
                  </a:cubicBezTo>
                  <a:cubicBezTo>
                    <a:pt x="12880" y="-2984"/>
                    <a:pt x="12968" y="5794"/>
                    <a:pt x="13338" y="5032"/>
                  </a:cubicBezTo>
                  <a:cubicBezTo>
                    <a:pt x="13707" y="4270"/>
                    <a:pt x="14178" y="-214"/>
                    <a:pt x="14472" y="5032"/>
                  </a:cubicBezTo>
                  <a:cubicBezTo>
                    <a:pt x="14765" y="10279"/>
                    <a:pt x="15361" y="9356"/>
                    <a:pt x="15822" y="5032"/>
                  </a:cubicBezTo>
                  <a:cubicBezTo>
                    <a:pt x="16283" y="708"/>
                    <a:pt x="17040" y="-3708"/>
                    <a:pt x="17388" y="5032"/>
                  </a:cubicBezTo>
                  <a:cubicBezTo>
                    <a:pt x="17736" y="13773"/>
                    <a:pt x="18338" y="6053"/>
                    <a:pt x="18954" y="5032"/>
                  </a:cubicBezTo>
                  <a:cubicBezTo>
                    <a:pt x="19569" y="4012"/>
                    <a:pt x="20757" y="671"/>
                    <a:pt x="21600" y="5032"/>
                  </a:cubicBezTo>
                  <a:cubicBezTo>
                    <a:pt x="21600" y="8097"/>
                    <a:pt x="21600" y="8673"/>
                    <a:pt x="21600" y="11855"/>
                  </a:cubicBezTo>
                  <a:cubicBezTo>
                    <a:pt x="21246" y="8833"/>
                    <a:pt x="21000" y="12756"/>
                    <a:pt x="20682" y="11855"/>
                  </a:cubicBezTo>
                  <a:cubicBezTo>
                    <a:pt x="20363" y="10953"/>
                    <a:pt x="19539" y="6052"/>
                    <a:pt x="18900" y="11855"/>
                  </a:cubicBezTo>
                  <a:cubicBezTo>
                    <a:pt x="18260" y="17657"/>
                    <a:pt x="18212" y="5818"/>
                    <a:pt x="17550" y="11855"/>
                  </a:cubicBezTo>
                  <a:cubicBezTo>
                    <a:pt x="16888" y="17892"/>
                    <a:pt x="17025" y="14306"/>
                    <a:pt x="16848" y="11855"/>
                  </a:cubicBezTo>
                  <a:cubicBezTo>
                    <a:pt x="16671" y="9404"/>
                    <a:pt x="16016" y="6682"/>
                    <a:pt x="15498" y="11855"/>
                  </a:cubicBezTo>
                  <a:cubicBezTo>
                    <a:pt x="14980" y="17028"/>
                    <a:pt x="14600" y="15420"/>
                    <a:pt x="14364" y="11855"/>
                  </a:cubicBezTo>
                  <a:cubicBezTo>
                    <a:pt x="14127" y="8290"/>
                    <a:pt x="13698" y="7009"/>
                    <a:pt x="13230" y="11855"/>
                  </a:cubicBezTo>
                  <a:cubicBezTo>
                    <a:pt x="12761" y="16701"/>
                    <a:pt x="12381" y="13793"/>
                    <a:pt x="12096" y="11855"/>
                  </a:cubicBezTo>
                  <a:cubicBezTo>
                    <a:pt x="11811" y="9917"/>
                    <a:pt x="11450" y="15883"/>
                    <a:pt x="10962" y="11855"/>
                  </a:cubicBezTo>
                  <a:cubicBezTo>
                    <a:pt x="10473" y="7827"/>
                    <a:pt x="9937" y="15449"/>
                    <a:pt x="9396" y="11855"/>
                  </a:cubicBezTo>
                  <a:cubicBezTo>
                    <a:pt x="8855" y="8261"/>
                    <a:pt x="8476" y="11667"/>
                    <a:pt x="8046" y="11855"/>
                  </a:cubicBezTo>
                  <a:cubicBezTo>
                    <a:pt x="7616" y="12042"/>
                    <a:pt x="7512" y="15002"/>
                    <a:pt x="7344" y="11855"/>
                  </a:cubicBezTo>
                  <a:cubicBezTo>
                    <a:pt x="7175" y="8707"/>
                    <a:pt x="6543" y="16440"/>
                    <a:pt x="6210" y="11855"/>
                  </a:cubicBezTo>
                  <a:cubicBezTo>
                    <a:pt x="5877" y="7270"/>
                    <a:pt x="5335" y="13936"/>
                    <a:pt x="4644" y="11855"/>
                  </a:cubicBezTo>
                  <a:cubicBezTo>
                    <a:pt x="3953" y="9773"/>
                    <a:pt x="4101" y="8938"/>
                    <a:pt x="3726" y="11855"/>
                  </a:cubicBezTo>
                  <a:cubicBezTo>
                    <a:pt x="3351" y="14771"/>
                    <a:pt x="2439" y="17261"/>
                    <a:pt x="1944" y="11855"/>
                  </a:cubicBezTo>
                  <a:cubicBezTo>
                    <a:pt x="1449" y="6449"/>
                    <a:pt x="831" y="12053"/>
                    <a:pt x="0" y="11855"/>
                  </a:cubicBezTo>
                  <a:cubicBezTo>
                    <a:pt x="1" y="8837"/>
                    <a:pt x="1" y="6805"/>
                    <a:pt x="0" y="5032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6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929383"/>
            <a:ext cx="10515600" cy="4251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023641" y="6372543"/>
            <a:ext cx="330159" cy="3327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600">
                <a:solidFill>
                  <a:srgbClr val="888888"/>
                </a:solidFill>
                <a:latin typeface="The Hand Bold"/>
                <a:ea typeface="The Hand Bold"/>
                <a:cs typeface="The Hand Bold"/>
                <a:sym typeface="The Hand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The Serif Hand Black"/>
          <a:ea typeface="The Serif Hand Black"/>
          <a:cs typeface="The Serif Hand Black"/>
          <a:sym typeface="The Serif Hand Black"/>
        </a:defRPr>
      </a:lvl9pPr>
    </p:titleStyle>
    <p:bodyStyle>
      <a:lvl1pPr marL="228600" marR="0" indent="-228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1pPr>
      <a:lvl2pPr marL="723900" marR="0" indent="-2667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2pPr>
      <a:lvl3pPr marL="1234438" marR="0" indent="-320038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3pPr>
      <a:lvl4pPr marL="17272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4pPr>
      <a:lvl5pPr marL="21844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5pPr>
      <a:lvl6pPr marL="26416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6pPr>
      <a:lvl7pPr marL="30988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7pPr>
      <a:lvl8pPr marL="35560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8pPr>
      <a:lvl9pPr marL="4013200" marR="0" indent="-3556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he Hand Bold"/>
          <a:ea typeface="The Hand Bold"/>
          <a:cs typeface="The Hand Bold"/>
          <a:sym typeface="The Hand 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he Hand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20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25" name="Рисунок 6" descr="Рисунок 6"/>
          <p:cNvPicPr>
            <a:picLocks noChangeAspect="1"/>
          </p:cNvPicPr>
          <p:nvPr/>
        </p:nvPicPr>
        <p:blipFill>
          <a:blip r:embed="rId2">
            <a:alphaModFix amt="50000"/>
          </a:blip>
          <a:srcRect b="15707"/>
          <a:stretch>
            <a:fillRect/>
          </a:stretch>
        </p:blipFill>
        <p:spPr>
          <a:xfrm>
            <a:off x="18" y="8"/>
            <a:ext cx="12188810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Заголовок 1"/>
          <p:cNvSpPr txBox="1">
            <a:spLocks noGrp="1"/>
          </p:cNvSpPr>
          <p:nvPr>
            <p:ph type="title"/>
          </p:nvPr>
        </p:nvSpPr>
        <p:spPr>
          <a:xfrm>
            <a:off x="1524000" y="287098"/>
            <a:ext cx="9144001" cy="3063243"/>
          </a:xfrm>
          <a:prstGeom prst="rect">
            <a:avLst/>
          </a:prstGeom>
        </p:spPr>
        <p:txBody>
          <a:bodyPr/>
          <a:lstStyle>
            <a:lvl1pPr algn="ctr">
              <a:defRPr sz="10800"/>
            </a:lvl1pPr>
          </a:lstStyle>
          <a:p>
            <a:r>
              <a:t>Oopps! Trap!</a:t>
            </a:r>
          </a:p>
        </p:txBody>
      </p:sp>
      <p:grpSp>
        <p:nvGrpSpPr>
          <p:cNvPr id="129" name="Rectangle 6"/>
          <p:cNvGrpSpPr/>
          <p:nvPr/>
        </p:nvGrpSpPr>
        <p:grpSpPr>
          <a:xfrm>
            <a:off x="3973413" y="3398231"/>
            <a:ext cx="4245174" cy="61538"/>
            <a:chOff x="-99" y="0"/>
            <a:chExt cx="4245173" cy="61536"/>
          </a:xfrm>
        </p:grpSpPr>
        <p:sp>
          <p:nvSpPr>
            <p:cNvPr id="127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28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30" name="Заголовок 1"/>
          <p:cNvSpPr txBox="1"/>
          <p:nvPr/>
        </p:nvSpPr>
        <p:spPr>
          <a:xfrm>
            <a:off x="1524000" y="2400313"/>
            <a:ext cx="9144001" cy="306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b">
            <a:normAutofit/>
          </a:bodyPr>
          <a:lstStyle/>
          <a:p>
            <a:pPr algn="ctr">
              <a:defRPr sz="2000">
                <a:solidFill>
                  <a:srgbClr val="FFFFFF"/>
                </a:solidFill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Команда:</a:t>
            </a:r>
            <a:endParaRPr sz="1500"/>
          </a:p>
          <a:p>
            <a:pPr algn="ctr">
              <a:spcBef>
                <a:spcPts val="1000"/>
              </a:spcBef>
              <a:defRPr sz="1500">
                <a:solidFill>
                  <a:srgbClr val="FFFFFF"/>
                </a:solidFill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Анфилатова Надежда</a:t>
            </a:r>
          </a:p>
          <a:p>
            <a:pPr algn="ctr">
              <a:spcBef>
                <a:spcPts val="1000"/>
              </a:spcBef>
              <a:defRPr sz="1500">
                <a:solidFill>
                  <a:srgbClr val="FFFFFF"/>
                </a:solidFill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Будюкова Полина</a:t>
            </a:r>
          </a:p>
          <a:p>
            <a:pPr algn="ctr">
              <a:spcBef>
                <a:spcPts val="1000"/>
              </a:spcBef>
              <a:defRPr sz="1500">
                <a:solidFill>
                  <a:srgbClr val="FFFFFF"/>
                </a:solidFill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Осинкина Анастасия</a:t>
            </a:r>
          </a:p>
          <a:p>
            <a:pPr algn="ctr">
              <a:spcBef>
                <a:spcPts val="1000"/>
              </a:spcBef>
              <a:defRPr sz="1500">
                <a:solidFill>
                  <a:srgbClr val="FFFFFF"/>
                </a:solidFill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Шокина Анна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Rectangle 27"/>
          <p:cNvGrpSpPr/>
          <p:nvPr/>
        </p:nvGrpSpPr>
        <p:grpSpPr>
          <a:xfrm>
            <a:off x="837496" y="1689694"/>
            <a:ext cx="10516396" cy="60996"/>
            <a:chOff x="-76" y="0"/>
            <a:chExt cx="10516395" cy="60994"/>
          </a:xfrm>
        </p:grpSpPr>
        <p:sp>
          <p:nvSpPr>
            <p:cNvPr id="132" name="Фигура"/>
            <p:cNvSpPr/>
            <p:nvPr/>
          </p:nvSpPr>
          <p:spPr>
            <a:xfrm>
              <a:off x="-77" y="144"/>
              <a:ext cx="10516180" cy="60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0" extrusionOk="0">
                  <a:moveTo>
                    <a:pt x="1" y="4713"/>
                  </a:moveTo>
                  <a:cubicBezTo>
                    <a:pt x="475" y="8082"/>
                    <a:pt x="684" y="9733"/>
                    <a:pt x="1135" y="4713"/>
                  </a:cubicBezTo>
                  <a:cubicBezTo>
                    <a:pt x="1586" y="-307"/>
                    <a:pt x="1566" y="1349"/>
                    <a:pt x="1837" y="4713"/>
                  </a:cubicBezTo>
                  <a:cubicBezTo>
                    <a:pt x="2108" y="8078"/>
                    <a:pt x="2962" y="1076"/>
                    <a:pt x="3619" y="4713"/>
                  </a:cubicBezTo>
                  <a:cubicBezTo>
                    <a:pt x="4276" y="8350"/>
                    <a:pt x="4338" y="6421"/>
                    <a:pt x="4753" y="4713"/>
                  </a:cubicBezTo>
                  <a:cubicBezTo>
                    <a:pt x="5167" y="3005"/>
                    <a:pt x="5636" y="526"/>
                    <a:pt x="5886" y="4713"/>
                  </a:cubicBezTo>
                  <a:cubicBezTo>
                    <a:pt x="6137" y="8901"/>
                    <a:pt x="6872" y="6640"/>
                    <a:pt x="7668" y="4713"/>
                  </a:cubicBezTo>
                  <a:cubicBezTo>
                    <a:pt x="8465" y="2787"/>
                    <a:pt x="8235" y="3972"/>
                    <a:pt x="8586" y="4713"/>
                  </a:cubicBezTo>
                  <a:cubicBezTo>
                    <a:pt x="8937" y="5455"/>
                    <a:pt x="9726" y="8824"/>
                    <a:pt x="10368" y="4713"/>
                  </a:cubicBezTo>
                  <a:cubicBezTo>
                    <a:pt x="11010" y="603"/>
                    <a:pt x="11630" y="542"/>
                    <a:pt x="12150" y="4713"/>
                  </a:cubicBezTo>
                  <a:cubicBezTo>
                    <a:pt x="12669" y="8885"/>
                    <a:pt x="12958" y="11836"/>
                    <a:pt x="13499" y="4713"/>
                  </a:cubicBezTo>
                  <a:cubicBezTo>
                    <a:pt x="14041" y="-2409"/>
                    <a:pt x="14599" y="2454"/>
                    <a:pt x="15281" y="4713"/>
                  </a:cubicBezTo>
                  <a:cubicBezTo>
                    <a:pt x="15964" y="6973"/>
                    <a:pt x="16111" y="2578"/>
                    <a:pt x="16415" y="4713"/>
                  </a:cubicBezTo>
                  <a:cubicBezTo>
                    <a:pt x="16719" y="6848"/>
                    <a:pt x="17027" y="-36"/>
                    <a:pt x="17549" y="4713"/>
                  </a:cubicBezTo>
                  <a:cubicBezTo>
                    <a:pt x="18071" y="9463"/>
                    <a:pt x="18474" y="11654"/>
                    <a:pt x="19115" y="4713"/>
                  </a:cubicBezTo>
                  <a:cubicBezTo>
                    <a:pt x="19756" y="-2227"/>
                    <a:pt x="20004" y="-880"/>
                    <a:pt x="20249" y="4713"/>
                  </a:cubicBezTo>
                  <a:cubicBezTo>
                    <a:pt x="20493" y="10307"/>
                    <a:pt x="21300" y="3758"/>
                    <a:pt x="21598" y="4713"/>
                  </a:cubicBezTo>
                  <a:cubicBezTo>
                    <a:pt x="21598" y="6074"/>
                    <a:pt x="21599" y="9260"/>
                    <a:pt x="21598" y="11151"/>
                  </a:cubicBezTo>
                  <a:cubicBezTo>
                    <a:pt x="21165" y="14642"/>
                    <a:pt x="20682" y="5496"/>
                    <a:pt x="20033" y="11151"/>
                  </a:cubicBezTo>
                  <a:cubicBezTo>
                    <a:pt x="19383" y="16806"/>
                    <a:pt x="19489" y="10311"/>
                    <a:pt x="19331" y="11151"/>
                  </a:cubicBezTo>
                  <a:cubicBezTo>
                    <a:pt x="19173" y="11991"/>
                    <a:pt x="18863" y="15064"/>
                    <a:pt x="18413" y="11151"/>
                  </a:cubicBezTo>
                  <a:cubicBezTo>
                    <a:pt x="17963" y="7238"/>
                    <a:pt x="17005" y="19191"/>
                    <a:pt x="16631" y="11151"/>
                  </a:cubicBezTo>
                  <a:cubicBezTo>
                    <a:pt x="16257" y="3111"/>
                    <a:pt x="15628" y="18690"/>
                    <a:pt x="15281" y="11151"/>
                  </a:cubicBezTo>
                  <a:cubicBezTo>
                    <a:pt x="14934" y="3612"/>
                    <a:pt x="14695" y="11056"/>
                    <a:pt x="14363" y="11151"/>
                  </a:cubicBezTo>
                  <a:cubicBezTo>
                    <a:pt x="14031" y="11246"/>
                    <a:pt x="13427" y="16722"/>
                    <a:pt x="13014" y="11151"/>
                  </a:cubicBezTo>
                  <a:cubicBezTo>
                    <a:pt x="12600" y="5579"/>
                    <a:pt x="12525" y="7311"/>
                    <a:pt x="12312" y="11151"/>
                  </a:cubicBezTo>
                  <a:cubicBezTo>
                    <a:pt x="12098" y="14991"/>
                    <a:pt x="11901" y="12715"/>
                    <a:pt x="11610" y="11151"/>
                  </a:cubicBezTo>
                  <a:cubicBezTo>
                    <a:pt x="11319" y="9587"/>
                    <a:pt x="10616" y="3857"/>
                    <a:pt x="10260" y="11151"/>
                  </a:cubicBezTo>
                  <a:cubicBezTo>
                    <a:pt x="9904" y="18445"/>
                    <a:pt x="9560" y="9726"/>
                    <a:pt x="9342" y="11151"/>
                  </a:cubicBezTo>
                  <a:cubicBezTo>
                    <a:pt x="9124" y="12575"/>
                    <a:pt x="8532" y="12463"/>
                    <a:pt x="7776" y="11151"/>
                  </a:cubicBezTo>
                  <a:cubicBezTo>
                    <a:pt x="7021" y="9839"/>
                    <a:pt x="7282" y="11716"/>
                    <a:pt x="6858" y="11151"/>
                  </a:cubicBezTo>
                  <a:cubicBezTo>
                    <a:pt x="6435" y="10586"/>
                    <a:pt x="5715" y="15496"/>
                    <a:pt x="5293" y="11151"/>
                  </a:cubicBezTo>
                  <a:cubicBezTo>
                    <a:pt x="4870" y="6806"/>
                    <a:pt x="4822" y="8029"/>
                    <a:pt x="4591" y="11151"/>
                  </a:cubicBezTo>
                  <a:cubicBezTo>
                    <a:pt x="4359" y="14273"/>
                    <a:pt x="3669" y="16231"/>
                    <a:pt x="3025" y="11151"/>
                  </a:cubicBezTo>
                  <a:cubicBezTo>
                    <a:pt x="2381" y="6070"/>
                    <a:pt x="2474" y="13616"/>
                    <a:pt x="2107" y="11151"/>
                  </a:cubicBezTo>
                  <a:cubicBezTo>
                    <a:pt x="1740" y="8686"/>
                    <a:pt x="1740" y="8936"/>
                    <a:pt x="1405" y="11151"/>
                  </a:cubicBezTo>
                  <a:cubicBezTo>
                    <a:pt x="1070" y="13365"/>
                    <a:pt x="660" y="15667"/>
                    <a:pt x="1" y="11151"/>
                  </a:cubicBezTo>
                  <a:cubicBezTo>
                    <a:pt x="0" y="9374"/>
                    <a:pt x="-1" y="7406"/>
                    <a:pt x="1" y="47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33" name="Фигура"/>
            <p:cNvSpPr/>
            <p:nvPr/>
          </p:nvSpPr>
          <p:spPr>
            <a:xfrm>
              <a:off x="625" y="-1"/>
              <a:ext cx="10515695" cy="60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169" extrusionOk="0">
                  <a:moveTo>
                    <a:pt x="0" y="5032"/>
                  </a:moveTo>
                  <a:cubicBezTo>
                    <a:pt x="246" y="1465"/>
                    <a:pt x="520" y="3146"/>
                    <a:pt x="918" y="5032"/>
                  </a:cubicBezTo>
                  <a:cubicBezTo>
                    <a:pt x="1316" y="6918"/>
                    <a:pt x="1728" y="3275"/>
                    <a:pt x="2268" y="5032"/>
                  </a:cubicBezTo>
                  <a:cubicBezTo>
                    <a:pt x="2808" y="6790"/>
                    <a:pt x="3072" y="5344"/>
                    <a:pt x="3834" y="5032"/>
                  </a:cubicBezTo>
                  <a:cubicBezTo>
                    <a:pt x="4596" y="4720"/>
                    <a:pt x="4198" y="8018"/>
                    <a:pt x="4536" y="5032"/>
                  </a:cubicBezTo>
                  <a:cubicBezTo>
                    <a:pt x="4874" y="2047"/>
                    <a:pt x="4970" y="7491"/>
                    <a:pt x="5238" y="5032"/>
                  </a:cubicBezTo>
                  <a:cubicBezTo>
                    <a:pt x="5506" y="2573"/>
                    <a:pt x="6364" y="5984"/>
                    <a:pt x="7020" y="5032"/>
                  </a:cubicBezTo>
                  <a:cubicBezTo>
                    <a:pt x="7676" y="4081"/>
                    <a:pt x="8044" y="3482"/>
                    <a:pt x="8370" y="5032"/>
                  </a:cubicBezTo>
                  <a:cubicBezTo>
                    <a:pt x="8696" y="6583"/>
                    <a:pt x="8790" y="6440"/>
                    <a:pt x="9072" y="5032"/>
                  </a:cubicBezTo>
                  <a:cubicBezTo>
                    <a:pt x="9354" y="3624"/>
                    <a:pt x="10097" y="11504"/>
                    <a:pt x="10422" y="5032"/>
                  </a:cubicBezTo>
                  <a:cubicBezTo>
                    <a:pt x="10746" y="-1440"/>
                    <a:pt x="11528" y="13048"/>
                    <a:pt x="12204" y="5032"/>
                  </a:cubicBezTo>
                  <a:cubicBezTo>
                    <a:pt x="12880" y="-2984"/>
                    <a:pt x="12968" y="5794"/>
                    <a:pt x="13338" y="5032"/>
                  </a:cubicBezTo>
                  <a:cubicBezTo>
                    <a:pt x="13707" y="4270"/>
                    <a:pt x="14178" y="-214"/>
                    <a:pt x="14472" y="5032"/>
                  </a:cubicBezTo>
                  <a:cubicBezTo>
                    <a:pt x="14765" y="10279"/>
                    <a:pt x="15361" y="9356"/>
                    <a:pt x="15822" y="5032"/>
                  </a:cubicBezTo>
                  <a:cubicBezTo>
                    <a:pt x="16283" y="708"/>
                    <a:pt x="17040" y="-3708"/>
                    <a:pt x="17388" y="5032"/>
                  </a:cubicBezTo>
                  <a:cubicBezTo>
                    <a:pt x="17736" y="13773"/>
                    <a:pt x="18338" y="6053"/>
                    <a:pt x="18954" y="5032"/>
                  </a:cubicBezTo>
                  <a:cubicBezTo>
                    <a:pt x="19569" y="4012"/>
                    <a:pt x="20757" y="671"/>
                    <a:pt x="21600" y="5032"/>
                  </a:cubicBezTo>
                  <a:cubicBezTo>
                    <a:pt x="21600" y="8097"/>
                    <a:pt x="21600" y="8673"/>
                    <a:pt x="21600" y="11855"/>
                  </a:cubicBezTo>
                  <a:cubicBezTo>
                    <a:pt x="21246" y="8833"/>
                    <a:pt x="21000" y="12756"/>
                    <a:pt x="20682" y="11855"/>
                  </a:cubicBezTo>
                  <a:cubicBezTo>
                    <a:pt x="20363" y="10953"/>
                    <a:pt x="19539" y="6052"/>
                    <a:pt x="18900" y="11855"/>
                  </a:cubicBezTo>
                  <a:cubicBezTo>
                    <a:pt x="18260" y="17657"/>
                    <a:pt x="18212" y="5818"/>
                    <a:pt x="17550" y="11855"/>
                  </a:cubicBezTo>
                  <a:cubicBezTo>
                    <a:pt x="16888" y="17892"/>
                    <a:pt x="17025" y="14306"/>
                    <a:pt x="16848" y="11855"/>
                  </a:cubicBezTo>
                  <a:cubicBezTo>
                    <a:pt x="16671" y="9404"/>
                    <a:pt x="16016" y="6682"/>
                    <a:pt x="15498" y="11855"/>
                  </a:cubicBezTo>
                  <a:cubicBezTo>
                    <a:pt x="14980" y="17028"/>
                    <a:pt x="14600" y="15420"/>
                    <a:pt x="14364" y="11855"/>
                  </a:cubicBezTo>
                  <a:cubicBezTo>
                    <a:pt x="14127" y="8290"/>
                    <a:pt x="13698" y="7009"/>
                    <a:pt x="13230" y="11855"/>
                  </a:cubicBezTo>
                  <a:cubicBezTo>
                    <a:pt x="12761" y="16701"/>
                    <a:pt x="12381" y="13793"/>
                    <a:pt x="12096" y="11855"/>
                  </a:cubicBezTo>
                  <a:cubicBezTo>
                    <a:pt x="11811" y="9917"/>
                    <a:pt x="11450" y="15883"/>
                    <a:pt x="10962" y="11855"/>
                  </a:cubicBezTo>
                  <a:cubicBezTo>
                    <a:pt x="10473" y="7827"/>
                    <a:pt x="9937" y="15449"/>
                    <a:pt x="9396" y="11855"/>
                  </a:cubicBezTo>
                  <a:cubicBezTo>
                    <a:pt x="8855" y="8261"/>
                    <a:pt x="8476" y="11667"/>
                    <a:pt x="8046" y="11855"/>
                  </a:cubicBezTo>
                  <a:cubicBezTo>
                    <a:pt x="7616" y="12042"/>
                    <a:pt x="7512" y="15002"/>
                    <a:pt x="7344" y="11855"/>
                  </a:cubicBezTo>
                  <a:cubicBezTo>
                    <a:pt x="7175" y="8707"/>
                    <a:pt x="6543" y="16440"/>
                    <a:pt x="6210" y="11855"/>
                  </a:cubicBezTo>
                  <a:cubicBezTo>
                    <a:pt x="5877" y="7270"/>
                    <a:pt x="5335" y="13936"/>
                    <a:pt x="4644" y="11855"/>
                  </a:cubicBezTo>
                  <a:cubicBezTo>
                    <a:pt x="3953" y="9773"/>
                    <a:pt x="4101" y="8938"/>
                    <a:pt x="3726" y="11855"/>
                  </a:cubicBezTo>
                  <a:cubicBezTo>
                    <a:pt x="3351" y="14771"/>
                    <a:pt x="2439" y="17261"/>
                    <a:pt x="1944" y="11855"/>
                  </a:cubicBezTo>
                  <a:cubicBezTo>
                    <a:pt x="1449" y="6449"/>
                    <a:pt x="831" y="12053"/>
                    <a:pt x="0" y="11855"/>
                  </a:cubicBezTo>
                  <a:cubicBezTo>
                    <a:pt x="1" y="8837"/>
                    <a:pt x="1" y="6805"/>
                    <a:pt x="0" y="5032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35" name="Rectangle 29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36" name="Рисунок 6" descr="Рисунок 6"/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>
            <a:fillRect/>
          </a:stretch>
        </p:blipFill>
        <p:spPr>
          <a:xfrm>
            <a:off x="18" y="8"/>
            <a:ext cx="12191982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Заголовок 1"/>
          <p:cNvSpPr txBox="1">
            <a:spLocks noGrp="1"/>
          </p:cNvSpPr>
          <p:nvPr>
            <p:ph type="title"/>
          </p:nvPr>
        </p:nvSpPr>
        <p:spPr>
          <a:xfrm>
            <a:off x="640078" y="853671"/>
            <a:ext cx="4023363" cy="5004798"/>
          </a:xfrm>
          <a:prstGeom prst="rect">
            <a:avLst/>
          </a:prstGeom>
        </p:spPr>
        <p:txBody>
          <a:bodyPr anchor="ctr"/>
          <a:lstStyle>
            <a:lvl1pPr>
              <a:defRPr sz="7200"/>
            </a:lvl1pPr>
          </a:lstStyle>
          <a:p>
            <a:r>
              <a:t>Что это такое?</a:t>
            </a:r>
          </a:p>
        </p:txBody>
      </p:sp>
      <p:sp>
        <p:nvSpPr>
          <p:cNvPr id="138" name="Подзаголовок 2"/>
          <p:cNvSpPr txBox="1">
            <a:spLocks noGrp="1"/>
          </p:cNvSpPr>
          <p:nvPr>
            <p:ph type="body" sz="half" idx="1"/>
          </p:nvPr>
        </p:nvSpPr>
        <p:spPr>
          <a:xfrm>
            <a:off x="5599082" y="853671"/>
            <a:ext cx="5715003" cy="5004798"/>
          </a:xfrm>
          <a:prstGeom prst="rect">
            <a:avLst/>
          </a:prstGeom>
        </p:spPr>
        <p:txBody>
          <a:bodyPr anchor="ctr"/>
          <a:lstStyle/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Веб-приложение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2d-игра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Простой геймлей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Мультиплеер, но для знакомых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2 роли trapper и runner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Статистика игр</a:t>
            </a:r>
          </a:p>
          <a:p>
            <a:pPr indent="-228600">
              <a:buSzPct val="100000"/>
              <a:buFont typeface="Arial"/>
              <a:buChar char="•"/>
              <a:defRPr>
                <a:latin typeface="The Serif Hand Black"/>
                <a:ea typeface="The Serif Hand Black"/>
                <a:cs typeface="The Serif Hand Black"/>
                <a:sym typeface="The Serif Hand Black"/>
              </a:defRPr>
            </a:pPr>
            <a:r>
              <a:t>Возможность расширения</a:t>
            </a:r>
          </a:p>
        </p:txBody>
      </p:sp>
      <p:sp>
        <p:nvSpPr>
          <p:cNvPr id="139" name="sketchy content container"/>
          <p:cNvSpPr/>
          <p:nvPr/>
        </p:nvSpPr>
        <p:spPr>
          <a:xfrm>
            <a:off x="5307522" y="473040"/>
            <a:ext cx="6262462" cy="5756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8" h="21481" extrusionOk="0">
                <a:moveTo>
                  <a:pt x="40" y="77"/>
                </a:moveTo>
                <a:cubicBezTo>
                  <a:pt x="503" y="80"/>
                  <a:pt x="1275" y="20"/>
                  <a:pt x="2203" y="77"/>
                </a:cubicBezTo>
                <a:cubicBezTo>
                  <a:pt x="3132" y="135"/>
                  <a:pt x="3356" y="137"/>
                  <a:pt x="3939" y="77"/>
                </a:cubicBezTo>
                <a:cubicBezTo>
                  <a:pt x="4522" y="18"/>
                  <a:pt x="6178" y="118"/>
                  <a:pt x="6744" y="77"/>
                </a:cubicBezTo>
                <a:cubicBezTo>
                  <a:pt x="7309" y="36"/>
                  <a:pt x="8208" y="127"/>
                  <a:pt x="8907" y="77"/>
                </a:cubicBezTo>
                <a:cubicBezTo>
                  <a:pt x="9606" y="28"/>
                  <a:pt x="10052" y="152"/>
                  <a:pt x="11070" y="77"/>
                </a:cubicBezTo>
                <a:cubicBezTo>
                  <a:pt x="12088" y="3"/>
                  <a:pt x="13203" y="-51"/>
                  <a:pt x="13875" y="77"/>
                </a:cubicBezTo>
                <a:cubicBezTo>
                  <a:pt x="14547" y="205"/>
                  <a:pt x="15018" y="94"/>
                  <a:pt x="15825" y="77"/>
                </a:cubicBezTo>
                <a:cubicBezTo>
                  <a:pt x="16631" y="61"/>
                  <a:pt x="17526" y="50"/>
                  <a:pt x="18630" y="77"/>
                </a:cubicBezTo>
                <a:cubicBezTo>
                  <a:pt x="19733" y="105"/>
                  <a:pt x="20766" y="-23"/>
                  <a:pt x="21435" y="77"/>
                </a:cubicBezTo>
                <a:cubicBezTo>
                  <a:pt x="21361" y="1033"/>
                  <a:pt x="21401" y="1327"/>
                  <a:pt x="21435" y="2450"/>
                </a:cubicBezTo>
                <a:cubicBezTo>
                  <a:pt x="21468" y="3572"/>
                  <a:pt x="21437" y="4153"/>
                  <a:pt x="21435" y="4822"/>
                </a:cubicBezTo>
                <a:cubicBezTo>
                  <a:pt x="21433" y="5490"/>
                  <a:pt x="21394" y="6784"/>
                  <a:pt x="21435" y="7408"/>
                </a:cubicBezTo>
                <a:cubicBezTo>
                  <a:pt x="21475" y="8031"/>
                  <a:pt x="21403" y="8420"/>
                  <a:pt x="21435" y="9140"/>
                </a:cubicBezTo>
                <a:cubicBezTo>
                  <a:pt x="21466" y="9859"/>
                  <a:pt x="21405" y="10995"/>
                  <a:pt x="21435" y="11512"/>
                </a:cubicBezTo>
                <a:cubicBezTo>
                  <a:pt x="21464" y="12029"/>
                  <a:pt x="21528" y="13144"/>
                  <a:pt x="21435" y="13884"/>
                </a:cubicBezTo>
                <a:cubicBezTo>
                  <a:pt x="21341" y="14625"/>
                  <a:pt x="21339" y="15177"/>
                  <a:pt x="21435" y="16257"/>
                </a:cubicBezTo>
                <a:cubicBezTo>
                  <a:pt x="21530" y="17336"/>
                  <a:pt x="21535" y="17890"/>
                  <a:pt x="21435" y="18842"/>
                </a:cubicBezTo>
                <a:cubicBezTo>
                  <a:pt x="21334" y="19795"/>
                  <a:pt x="21447" y="20166"/>
                  <a:pt x="21435" y="21428"/>
                </a:cubicBezTo>
                <a:cubicBezTo>
                  <a:pt x="20702" y="21375"/>
                  <a:pt x="19563" y="21536"/>
                  <a:pt x="18844" y="21428"/>
                </a:cubicBezTo>
                <a:cubicBezTo>
                  <a:pt x="18124" y="21320"/>
                  <a:pt x="17496" y="21467"/>
                  <a:pt x="16894" y="21428"/>
                </a:cubicBezTo>
                <a:cubicBezTo>
                  <a:pt x="16292" y="21389"/>
                  <a:pt x="15408" y="21406"/>
                  <a:pt x="14089" y="21428"/>
                </a:cubicBezTo>
                <a:cubicBezTo>
                  <a:pt x="12770" y="21450"/>
                  <a:pt x="12561" y="21435"/>
                  <a:pt x="11712" y="21428"/>
                </a:cubicBezTo>
                <a:cubicBezTo>
                  <a:pt x="10863" y="21422"/>
                  <a:pt x="10349" y="21467"/>
                  <a:pt x="9763" y="21428"/>
                </a:cubicBezTo>
                <a:cubicBezTo>
                  <a:pt x="9177" y="21389"/>
                  <a:pt x="8365" y="21308"/>
                  <a:pt x="7386" y="21428"/>
                </a:cubicBezTo>
                <a:cubicBezTo>
                  <a:pt x="6406" y="21549"/>
                  <a:pt x="6181" y="21422"/>
                  <a:pt x="5650" y="21428"/>
                </a:cubicBezTo>
                <a:cubicBezTo>
                  <a:pt x="5119" y="21435"/>
                  <a:pt x="4588" y="21491"/>
                  <a:pt x="3915" y="21428"/>
                </a:cubicBezTo>
                <a:cubicBezTo>
                  <a:pt x="3242" y="21365"/>
                  <a:pt x="1834" y="21314"/>
                  <a:pt x="40" y="21428"/>
                </a:cubicBezTo>
                <a:cubicBezTo>
                  <a:pt x="11" y="20960"/>
                  <a:pt x="2" y="20020"/>
                  <a:pt x="40" y="19483"/>
                </a:cubicBezTo>
                <a:cubicBezTo>
                  <a:pt x="79" y="18946"/>
                  <a:pt x="110" y="17591"/>
                  <a:pt x="40" y="16684"/>
                </a:cubicBezTo>
                <a:cubicBezTo>
                  <a:pt x="-30" y="15776"/>
                  <a:pt x="43" y="15282"/>
                  <a:pt x="40" y="14525"/>
                </a:cubicBezTo>
                <a:cubicBezTo>
                  <a:pt x="37" y="13767"/>
                  <a:pt x="-35" y="13494"/>
                  <a:pt x="40" y="12793"/>
                </a:cubicBezTo>
                <a:cubicBezTo>
                  <a:pt x="115" y="12092"/>
                  <a:pt x="-65" y="11467"/>
                  <a:pt x="40" y="10207"/>
                </a:cubicBezTo>
                <a:cubicBezTo>
                  <a:pt x="145" y="8947"/>
                  <a:pt x="-15" y="9147"/>
                  <a:pt x="40" y="8262"/>
                </a:cubicBezTo>
                <a:cubicBezTo>
                  <a:pt x="95" y="7376"/>
                  <a:pt x="102" y="6861"/>
                  <a:pt x="40" y="5676"/>
                </a:cubicBezTo>
                <a:cubicBezTo>
                  <a:pt x="-22" y="4491"/>
                  <a:pt x="122" y="3705"/>
                  <a:pt x="40" y="2877"/>
                </a:cubicBezTo>
                <a:cubicBezTo>
                  <a:pt x="-42" y="2048"/>
                  <a:pt x="27" y="1414"/>
                  <a:pt x="40" y="77"/>
                </a:cubicBez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Rectangle 40"/>
          <p:cNvGrpSpPr/>
          <p:nvPr/>
        </p:nvGrpSpPr>
        <p:grpSpPr>
          <a:xfrm>
            <a:off x="837496" y="1689694"/>
            <a:ext cx="10516396" cy="60996"/>
            <a:chOff x="-76" y="0"/>
            <a:chExt cx="10516395" cy="60994"/>
          </a:xfrm>
        </p:grpSpPr>
        <p:sp>
          <p:nvSpPr>
            <p:cNvPr id="141" name="Фигура"/>
            <p:cNvSpPr/>
            <p:nvPr/>
          </p:nvSpPr>
          <p:spPr>
            <a:xfrm>
              <a:off x="-77" y="144"/>
              <a:ext cx="10516180" cy="60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0" extrusionOk="0">
                  <a:moveTo>
                    <a:pt x="1" y="4713"/>
                  </a:moveTo>
                  <a:cubicBezTo>
                    <a:pt x="475" y="8082"/>
                    <a:pt x="684" y="9733"/>
                    <a:pt x="1135" y="4713"/>
                  </a:cubicBezTo>
                  <a:cubicBezTo>
                    <a:pt x="1586" y="-307"/>
                    <a:pt x="1566" y="1349"/>
                    <a:pt x="1837" y="4713"/>
                  </a:cubicBezTo>
                  <a:cubicBezTo>
                    <a:pt x="2108" y="8078"/>
                    <a:pt x="2962" y="1076"/>
                    <a:pt x="3619" y="4713"/>
                  </a:cubicBezTo>
                  <a:cubicBezTo>
                    <a:pt x="4276" y="8350"/>
                    <a:pt x="4338" y="6421"/>
                    <a:pt x="4753" y="4713"/>
                  </a:cubicBezTo>
                  <a:cubicBezTo>
                    <a:pt x="5167" y="3005"/>
                    <a:pt x="5636" y="526"/>
                    <a:pt x="5886" y="4713"/>
                  </a:cubicBezTo>
                  <a:cubicBezTo>
                    <a:pt x="6137" y="8901"/>
                    <a:pt x="6872" y="6640"/>
                    <a:pt x="7668" y="4713"/>
                  </a:cubicBezTo>
                  <a:cubicBezTo>
                    <a:pt x="8465" y="2787"/>
                    <a:pt x="8235" y="3972"/>
                    <a:pt x="8586" y="4713"/>
                  </a:cubicBezTo>
                  <a:cubicBezTo>
                    <a:pt x="8937" y="5455"/>
                    <a:pt x="9726" y="8824"/>
                    <a:pt x="10368" y="4713"/>
                  </a:cubicBezTo>
                  <a:cubicBezTo>
                    <a:pt x="11010" y="603"/>
                    <a:pt x="11630" y="542"/>
                    <a:pt x="12150" y="4713"/>
                  </a:cubicBezTo>
                  <a:cubicBezTo>
                    <a:pt x="12669" y="8885"/>
                    <a:pt x="12958" y="11836"/>
                    <a:pt x="13499" y="4713"/>
                  </a:cubicBezTo>
                  <a:cubicBezTo>
                    <a:pt x="14041" y="-2409"/>
                    <a:pt x="14599" y="2454"/>
                    <a:pt x="15281" y="4713"/>
                  </a:cubicBezTo>
                  <a:cubicBezTo>
                    <a:pt x="15964" y="6973"/>
                    <a:pt x="16111" y="2578"/>
                    <a:pt x="16415" y="4713"/>
                  </a:cubicBezTo>
                  <a:cubicBezTo>
                    <a:pt x="16719" y="6848"/>
                    <a:pt x="17027" y="-36"/>
                    <a:pt x="17549" y="4713"/>
                  </a:cubicBezTo>
                  <a:cubicBezTo>
                    <a:pt x="18071" y="9463"/>
                    <a:pt x="18474" y="11654"/>
                    <a:pt x="19115" y="4713"/>
                  </a:cubicBezTo>
                  <a:cubicBezTo>
                    <a:pt x="19756" y="-2227"/>
                    <a:pt x="20004" y="-880"/>
                    <a:pt x="20249" y="4713"/>
                  </a:cubicBezTo>
                  <a:cubicBezTo>
                    <a:pt x="20493" y="10307"/>
                    <a:pt x="21300" y="3758"/>
                    <a:pt x="21598" y="4713"/>
                  </a:cubicBezTo>
                  <a:cubicBezTo>
                    <a:pt x="21598" y="6074"/>
                    <a:pt x="21599" y="9260"/>
                    <a:pt x="21598" y="11151"/>
                  </a:cubicBezTo>
                  <a:cubicBezTo>
                    <a:pt x="21165" y="14642"/>
                    <a:pt x="20682" y="5496"/>
                    <a:pt x="20033" y="11151"/>
                  </a:cubicBezTo>
                  <a:cubicBezTo>
                    <a:pt x="19383" y="16806"/>
                    <a:pt x="19489" y="10311"/>
                    <a:pt x="19331" y="11151"/>
                  </a:cubicBezTo>
                  <a:cubicBezTo>
                    <a:pt x="19173" y="11991"/>
                    <a:pt x="18863" y="15064"/>
                    <a:pt x="18413" y="11151"/>
                  </a:cubicBezTo>
                  <a:cubicBezTo>
                    <a:pt x="17963" y="7238"/>
                    <a:pt x="17005" y="19191"/>
                    <a:pt x="16631" y="11151"/>
                  </a:cubicBezTo>
                  <a:cubicBezTo>
                    <a:pt x="16257" y="3111"/>
                    <a:pt x="15628" y="18690"/>
                    <a:pt x="15281" y="11151"/>
                  </a:cubicBezTo>
                  <a:cubicBezTo>
                    <a:pt x="14934" y="3612"/>
                    <a:pt x="14695" y="11056"/>
                    <a:pt x="14363" y="11151"/>
                  </a:cubicBezTo>
                  <a:cubicBezTo>
                    <a:pt x="14031" y="11246"/>
                    <a:pt x="13427" y="16722"/>
                    <a:pt x="13014" y="11151"/>
                  </a:cubicBezTo>
                  <a:cubicBezTo>
                    <a:pt x="12600" y="5579"/>
                    <a:pt x="12525" y="7311"/>
                    <a:pt x="12312" y="11151"/>
                  </a:cubicBezTo>
                  <a:cubicBezTo>
                    <a:pt x="12098" y="14991"/>
                    <a:pt x="11901" y="12715"/>
                    <a:pt x="11610" y="11151"/>
                  </a:cubicBezTo>
                  <a:cubicBezTo>
                    <a:pt x="11319" y="9587"/>
                    <a:pt x="10616" y="3857"/>
                    <a:pt x="10260" y="11151"/>
                  </a:cubicBezTo>
                  <a:cubicBezTo>
                    <a:pt x="9904" y="18445"/>
                    <a:pt x="9560" y="9726"/>
                    <a:pt x="9342" y="11151"/>
                  </a:cubicBezTo>
                  <a:cubicBezTo>
                    <a:pt x="9124" y="12575"/>
                    <a:pt x="8532" y="12463"/>
                    <a:pt x="7776" y="11151"/>
                  </a:cubicBezTo>
                  <a:cubicBezTo>
                    <a:pt x="7021" y="9839"/>
                    <a:pt x="7282" y="11716"/>
                    <a:pt x="6858" y="11151"/>
                  </a:cubicBezTo>
                  <a:cubicBezTo>
                    <a:pt x="6435" y="10586"/>
                    <a:pt x="5715" y="15496"/>
                    <a:pt x="5293" y="11151"/>
                  </a:cubicBezTo>
                  <a:cubicBezTo>
                    <a:pt x="4870" y="6806"/>
                    <a:pt x="4822" y="8029"/>
                    <a:pt x="4591" y="11151"/>
                  </a:cubicBezTo>
                  <a:cubicBezTo>
                    <a:pt x="4359" y="14273"/>
                    <a:pt x="3669" y="16231"/>
                    <a:pt x="3025" y="11151"/>
                  </a:cubicBezTo>
                  <a:cubicBezTo>
                    <a:pt x="2381" y="6070"/>
                    <a:pt x="2474" y="13616"/>
                    <a:pt x="2107" y="11151"/>
                  </a:cubicBezTo>
                  <a:cubicBezTo>
                    <a:pt x="1740" y="8686"/>
                    <a:pt x="1740" y="8936"/>
                    <a:pt x="1405" y="11151"/>
                  </a:cubicBezTo>
                  <a:cubicBezTo>
                    <a:pt x="1070" y="13365"/>
                    <a:pt x="660" y="15667"/>
                    <a:pt x="1" y="11151"/>
                  </a:cubicBezTo>
                  <a:cubicBezTo>
                    <a:pt x="0" y="9374"/>
                    <a:pt x="-1" y="7406"/>
                    <a:pt x="1" y="47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42" name="Фигура"/>
            <p:cNvSpPr/>
            <p:nvPr/>
          </p:nvSpPr>
          <p:spPr>
            <a:xfrm>
              <a:off x="625" y="-1"/>
              <a:ext cx="10515695" cy="60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169" extrusionOk="0">
                  <a:moveTo>
                    <a:pt x="0" y="5032"/>
                  </a:moveTo>
                  <a:cubicBezTo>
                    <a:pt x="246" y="1465"/>
                    <a:pt x="520" y="3146"/>
                    <a:pt x="918" y="5032"/>
                  </a:cubicBezTo>
                  <a:cubicBezTo>
                    <a:pt x="1316" y="6918"/>
                    <a:pt x="1728" y="3275"/>
                    <a:pt x="2268" y="5032"/>
                  </a:cubicBezTo>
                  <a:cubicBezTo>
                    <a:pt x="2808" y="6790"/>
                    <a:pt x="3072" y="5344"/>
                    <a:pt x="3834" y="5032"/>
                  </a:cubicBezTo>
                  <a:cubicBezTo>
                    <a:pt x="4596" y="4720"/>
                    <a:pt x="4198" y="8018"/>
                    <a:pt x="4536" y="5032"/>
                  </a:cubicBezTo>
                  <a:cubicBezTo>
                    <a:pt x="4874" y="2047"/>
                    <a:pt x="4970" y="7491"/>
                    <a:pt x="5238" y="5032"/>
                  </a:cubicBezTo>
                  <a:cubicBezTo>
                    <a:pt x="5506" y="2573"/>
                    <a:pt x="6364" y="5984"/>
                    <a:pt x="7020" y="5032"/>
                  </a:cubicBezTo>
                  <a:cubicBezTo>
                    <a:pt x="7676" y="4081"/>
                    <a:pt x="8044" y="3482"/>
                    <a:pt x="8370" y="5032"/>
                  </a:cubicBezTo>
                  <a:cubicBezTo>
                    <a:pt x="8696" y="6583"/>
                    <a:pt x="8790" y="6440"/>
                    <a:pt x="9072" y="5032"/>
                  </a:cubicBezTo>
                  <a:cubicBezTo>
                    <a:pt x="9354" y="3624"/>
                    <a:pt x="10097" y="11504"/>
                    <a:pt x="10422" y="5032"/>
                  </a:cubicBezTo>
                  <a:cubicBezTo>
                    <a:pt x="10746" y="-1440"/>
                    <a:pt x="11528" y="13048"/>
                    <a:pt x="12204" y="5032"/>
                  </a:cubicBezTo>
                  <a:cubicBezTo>
                    <a:pt x="12880" y="-2984"/>
                    <a:pt x="12968" y="5794"/>
                    <a:pt x="13338" y="5032"/>
                  </a:cubicBezTo>
                  <a:cubicBezTo>
                    <a:pt x="13707" y="4270"/>
                    <a:pt x="14178" y="-214"/>
                    <a:pt x="14472" y="5032"/>
                  </a:cubicBezTo>
                  <a:cubicBezTo>
                    <a:pt x="14765" y="10279"/>
                    <a:pt x="15361" y="9356"/>
                    <a:pt x="15822" y="5032"/>
                  </a:cubicBezTo>
                  <a:cubicBezTo>
                    <a:pt x="16283" y="708"/>
                    <a:pt x="17040" y="-3708"/>
                    <a:pt x="17388" y="5032"/>
                  </a:cubicBezTo>
                  <a:cubicBezTo>
                    <a:pt x="17736" y="13773"/>
                    <a:pt x="18338" y="6053"/>
                    <a:pt x="18954" y="5032"/>
                  </a:cubicBezTo>
                  <a:cubicBezTo>
                    <a:pt x="19569" y="4012"/>
                    <a:pt x="20757" y="671"/>
                    <a:pt x="21600" y="5032"/>
                  </a:cubicBezTo>
                  <a:cubicBezTo>
                    <a:pt x="21600" y="8097"/>
                    <a:pt x="21600" y="8673"/>
                    <a:pt x="21600" y="11855"/>
                  </a:cubicBezTo>
                  <a:cubicBezTo>
                    <a:pt x="21246" y="8833"/>
                    <a:pt x="21000" y="12756"/>
                    <a:pt x="20682" y="11855"/>
                  </a:cubicBezTo>
                  <a:cubicBezTo>
                    <a:pt x="20363" y="10953"/>
                    <a:pt x="19539" y="6052"/>
                    <a:pt x="18900" y="11855"/>
                  </a:cubicBezTo>
                  <a:cubicBezTo>
                    <a:pt x="18260" y="17657"/>
                    <a:pt x="18212" y="5818"/>
                    <a:pt x="17550" y="11855"/>
                  </a:cubicBezTo>
                  <a:cubicBezTo>
                    <a:pt x="16888" y="17892"/>
                    <a:pt x="17025" y="14306"/>
                    <a:pt x="16848" y="11855"/>
                  </a:cubicBezTo>
                  <a:cubicBezTo>
                    <a:pt x="16671" y="9404"/>
                    <a:pt x="16016" y="6682"/>
                    <a:pt x="15498" y="11855"/>
                  </a:cubicBezTo>
                  <a:cubicBezTo>
                    <a:pt x="14980" y="17028"/>
                    <a:pt x="14600" y="15420"/>
                    <a:pt x="14364" y="11855"/>
                  </a:cubicBezTo>
                  <a:cubicBezTo>
                    <a:pt x="14127" y="8290"/>
                    <a:pt x="13698" y="7009"/>
                    <a:pt x="13230" y="11855"/>
                  </a:cubicBezTo>
                  <a:cubicBezTo>
                    <a:pt x="12761" y="16701"/>
                    <a:pt x="12381" y="13793"/>
                    <a:pt x="12096" y="11855"/>
                  </a:cubicBezTo>
                  <a:cubicBezTo>
                    <a:pt x="11811" y="9917"/>
                    <a:pt x="11450" y="15883"/>
                    <a:pt x="10962" y="11855"/>
                  </a:cubicBezTo>
                  <a:cubicBezTo>
                    <a:pt x="10473" y="7827"/>
                    <a:pt x="9937" y="15449"/>
                    <a:pt x="9396" y="11855"/>
                  </a:cubicBezTo>
                  <a:cubicBezTo>
                    <a:pt x="8855" y="8261"/>
                    <a:pt x="8476" y="11667"/>
                    <a:pt x="8046" y="11855"/>
                  </a:cubicBezTo>
                  <a:cubicBezTo>
                    <a:pt x="7616" y="12042"/>
                    <a:pt x="7512" y="15002"/>
                    <a:pt x="7344" y="11855"/>
                  </a:cubicBezTo>
                  <a:cubicBezTo>
                    <a:pt x="7175" y="8707"/>
                    <a:pt x="6543" y="16440"/>
                    <a:pt x="6210" y="11855"/>
                  </a:cubicBezTo>
                  <a:cubicBezTo>
                    <a:pt x="5877" y="7270"/>
                    <a:pt x="5335" y="13936"/>
                    <a:pt x="4644" y="11855"/>
                  </a:cubicBezTo>
                  <a:cubicBezTo>
                    <a:pt x="3953" y="9773"/>
                    <a:pt x="4101" y="8938"/>
                    <a:pt x="3726" y="11855"/>
                  </a:cubicBezTo>
                  <a:cubicBezTo>
                    <a:pt x="3351" y="14771"/>
                    <a:pt x="2439" y="17261"/>
                    <a:pt x="1944" y="11855"/>
                  </a:cubicBezTo>
                  <a:cubicBezTo>
                    <a:pt x="1449" y="6449"/>
                    <a:pt x="831" y="12053"/>
                    <a:pt x="0" y="11855"/>
                  </a:cubicBezTo>
                  <a:cubicBezTo>
                    <a:pt x="1" y="8837"/>
                    <a:pt x="1" y="6805"/>
                    <a:pt x="0" y="5032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44" name="Rectangle 42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45" name="Рисунок 6" descr="Рисунок 6"/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>
            <a:fillRect/>
          </a:stretch>
        </p:blipFill>
        <p:spPr>
          <a:xfrm>
            <a:off x="18" y="8"/>
            <a:ext cx="12191982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Заголовок 1"/>
          <p:cNvSpPr txBox="1">
            <a:spLocks noGrp="1"/>
          </p:cNvSpPr>
          <p:nvPr>
            <p:ph type="title"/>
          </p:nvPr>
        </p:nvSpPr>
        <p:spPr>
          <a:xfrm>
            <a:off x="7008018" y="494950"/>
            <a:ext cx="4979195" cy="5722230"/>
          </a:xfrm>
          <a:prstGeom prst="rect">
            <a:avLst/>
          </a:prstGeom>
        </p:spPr>
        <p:txBody>
          <a:bodyPr anchor="ctr"/>
          <a:lstStyle>
            <a:lvl1pPr>
              <a:defRPr sz="7200"/>
            </a:lvl1pPr>
          </a:lstStyle>
          <a:p>
            <a:r>
              <a:t>Проще показать…</a:t>
            </a:r>
          </a:p>
        </p:txBody>
      </p:sp>
      <p:sp>
        <p:nvSpPr>
          <p:cNvPr id="147" name="sketchy content container"/>
          <p:cNvSpPr/>
          <p:nvPr/>
        </p:nvSpPr>
        <p:spPr>
          <a:xfrm>
            <a:off x="632076" y="474215"/>
            <a:ext cx="6262462" cy="5756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8" h="21481" extrusionOk="0">
                <a:moveTo>
                  <a:pt x="40" y="77"/>
                </a:moveTo>
                <a:cubicBezTo>
                  <a:pt x="503" y="80"/>
                  <a:pt x="1275" y="20"/>
                  <a:pt x="2203" y="77"/>
                </a:cubicBezTo>
                <a:cubicBezTo>
                  <a:pt x="3132" y="135"/>
                  <a:pt x="3356" y="137"/>
                  <a:pt x="3939" y="77"/>
                </a:cubicBezTo>
                <a:cubicBezTo>
                  <a:pt x="4522" y="18"/>
                  <a:pt x="6178" y="118"/>
                  <a:pt x="6744" y="77"/>
                </a:cubicBezTo>
                <a:cubicBezTo>
                  <a:pt x="7309" y="36"/>
                  <a:pt x="8208" y="127"/>
                  <a:pt x="8907" y="77"/>
                </a:cubicBezTo>
                <a:cubicBezTo>
                  <a:pt x="9606" y="28"/>
                  <a:pt x="10052" y="152"/>
                  <a:pt x="11070" y="77"/>
                </a:cubicBezTo>
                <a:cubicBezTo>
                  <a:pt x="12088" y="3"/>
                  <a:pt x="13203" y="-51"/>
                  <a:pt x="13875" y="77"/>
                </a:cubicBezTo>
                <a:cubicBezTo>
                  <a:pt x="14547" y="205"/>
                  <a:pt x="15018" y="94"/>
                  <a:pt x="15825" y="77"/>
                </a:cubicBezTo>
                <a:cubicBezTo>
                  <a:pt x="16631" y="61"/>
                  <a:pt x="17526" y="50"/>
                  <a:pt x="18630" y="77"/>
                </a:cubicBezTo>
                <a:cubicBezTo>
                  <a:pt x="19733" y="105"/>
                  <a:pt x="20766" y="-23"/>
                  <a:pt x="21435" y="77"/>
                </a:cubicBezTo>
                <a:cubicBezTo>
                  <a:pt x="21361" y="1033"/>
                  <a:pt x="21401" y="1327"/>
                  <a:pt x="21435" y="2450"/>
                </a:cubicBezTo>
                <a:cubicBezTo>
                  <a:pt x="21468" y="3572"/>
                  <a:pt x="21437" y="4153"/>
                  <a:pt x="21435" y="4822"/>
                </a:cubicBezTo>
                <a:cubicBezTo>
                  <a:pt x="21433" y="5490"/>
                  <a:pt x="21394" y="6784"/>
                  <a:pt x="21435" y="7408"/>
                </a:cubicBezTo>
                <a:cubicBezTo>
                  <a:pt x="21475" y="8031"/>
                  <a:pt x="21403" y="8420"/>
                  <a:pt x="21435" y="9140"/>
                </a:cubicBezTo>
                <a:cubicBezTo>
                  <a:pt x="21466" y="9859"/>
                  <a:pt x="21405" y="10995"/>
                  <a:pt x="21435" y="11512"/>
                </a:cubicBezTo>
                <a:cubicBezTo>
                  <a:pt x="21464" y="12029"/>
                  <a:pt x="21528" y="13144"/>
                  <a:pt x="21435" y="13884"/>
                </a:cubicBezTo>
                <a:cubicBezTo>
                  <a:pt x="21341" y="14625"/>
                  <a:pt x="21339" y="15177"/>
                  <a:pt x="21435" y="16257"/>
                </a:cubicBezTo>
                <a:cubicBezTo>
                  <a:pt x="21530" y="17336"/>
                  <a:pt x="21535" y="17890"/>
                  <a:pt x="21435" y="18842"/>
                </a:cubicBezTo>
                <a:cubicBezTo>
                  <a:pt x="21334" y="19795"/>
                  <a:pt x="21447" y="20166"/>
                  <a:pt x="21435" y="21428"/>
                </a:cubicBezTo>
                <a:cubicBezTo>
                  <a:pt x="20702" y="21375"/>
                  <a:pt x="19563" y="21536"/>
                  <a:pt x="18844" y="21428"/>
                </a:cubicBezTo>
                <a:cubicBezTo>
                  <a:pt x="18124" y="21320"/>
                  <a:pt x="17496" y="21467"/>
                  <a:pt x="16894" y="21428"/>
                </a:cubicBezTo>
                <a:cubicBezTo>
                  <a:pt x="16292" y="21389"/>
                  <a:pt x="15408" y="21406"/>
                  <a:pt x="14089" y="21428"/>
                </a:cubicBezTo>
                <a:cubicBezTo>
                  <a:pt x="12770" y="21450"/>
                  <a:pt x="12561" y="21435"/>
                  <a:pt x="11712" y="21428"/>
                </a:cubicBezTo>
                <a:cubicBezTo>
                  <a:pt x="10863" y="21422"/>
                  <a:pt x="10349" y="21467"/>
                  <a:pt x="9763" y="21428"/>
                </a:cubicBezTo>
                <a:cubicBezTo>
                  <a:pt x="9177" y="21389"/>
                  <a:pt x="8365" y="21308"/>
                  <a:pt x="7386" y="21428"/>
                </a:cubicBezTo>
                <a:cubicBezTo>
                  <a:pt x="6406" y="21549"/>
                  <a:pt x="6181" y="21422"/>
                  <a:pt x="5650" y="21428"/>
                </a:cubicBezTo>
                <a:cubicBezTo>
                  <a:pt x="5119" y="21435"/>
                  <a:pt x="4588" y="21491"/>
                  <a:pt x="3915" y="21428"/>
                </a:cubicBezTo>
                <a:cubicBezTo>
                  <a:pt x="3242" y="21365"/>
                  <a:pt x="1834" y="21314"/>
                  <a:pt x="40" y="21428"/>
                </a:cubicBezTo>
                <a:cubicBezTo>
                  <a:pt x="11" y="20960"/>
                  <a:pt x="2" y="20020"/>
                  <a:pt x="40" y="19483"/>
                </a:cubicBezTo>
                <a:cubicBezTo>
                  <a:pt x="79" y="18946"/>
                  <a:pt x="110" y="17591"/>
                  <a:pt x="40" y="16684"/>
                </a:cubicBezTo>
                <a:cubicBezTo>
                  <a:pt x="-30" y="15776"/>
                  <a:pt x="43" y="15282"/>
                  <a:pt x="40" y="14525"/>
                </a:cubicBezTo>
                <a:cubicBezTo>
                  <a:pt x="37" y="13767"/>
                  <a:pt x="-35" y="13494"/>
                  <a:pt x="40" y="12793"/>
                </a:cubicBezTo>
                <a:cubicBezTo>
                  <a:pt x="115" y="12092"/>
                  <a:pt x="-65" y="11467"/>
                  <a:pt x="40" y="10207"/>
                </a:cubicBezTo>
                <a:cubicBezTo>
                  <a:pt x="145" y="8947"/>
                  <a:pt x="-15" y="9147"/>
                  <a:pt x="40" y="8262"/>
                </a:cubicBezTo>
                <a:cubicBezTo>
                  <a:pt x="95" y="7376"/>
                  <a:pt x="102" y="6861"/>
                  <a:pt x="40" y="5676"/>
                </a:cubicBezTo>
                <a:cubicBezTo>
                  <a:pt x="-22" y="4491"/>
                  <a:pt x="122" y="3705"/>
                  <a:pt x="40" y="2877"/>
                </a:cubicBezTo>
                <a:cubicBezTo>
                  <a:pt x="-42" y="2048"/>
                  <a:pt x="27" y="1414"/>
                  <a:pt x="40" y="77"/>
                </a:cubicBez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sp>
        <p:nvSpPr>
          <p:cNvPr id="148" name="Прямая соединительная линия 5"/>
          <p:cNvSpPr/>
          <p:nvPr/>
        </p:nvSpPr>
        <p:spPr>
          <a:xfrm>
            <a:off x="3835825" y="503374"/>
            <a:ext cx="3030097" cy="136375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9" name="Прямая соединительная линия 9"/>
          <p:cNvSpPr/>
          <p:nvPr/>
        </p:nvSpPr>
        <p:spPr>
          <a:xfrm>
            <a:off x="6316266" y="5016103"/>
            <a:ext cx="556814" cy="1167918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0" name="Прямая соединительная линия 16"/>
          <p:cNvSpPr/>
          <p:nvPr/>
        </p:nvSpPr>
        <p:spPr>
          <a:xfrm flipH="1" flipV="1">
            <a:off x="671783" y="494950"/>
            <a:ext cx="883634" cy="5689071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1" name="Прямая соединительная линия 21"/>
          <p:cNvSpPr/>
          <p:nvPr/>
        </p:nvSpPr>
        <p:spPr>
          <a:xfrm flipV="1">
            <a:off x="640428" y="1386872"/>
            <a:ext cx="6232652" cy="4821884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2" name="Прямая соединительная линия 24"/>
          <p:cNvSpPr/>
          <p:nvPr/>
        </p:nvSpPr>
        <p:spPr>
          <a:xfrm>
            <a:off x="662641" y="714821"/>
            <a:ext cx="6210439" cy="204878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3" name="Прямая соединительная линия 25"/>
          <p:cNvSpPr/>
          <p:nvPr/>
        </p:nvSpPr>
        <p:spPr>
          <a:xfrm flipV="1">
            <a:off x="637381" y="528109"/>
            <a:ext cx="2064631" cy="4166357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4" name="Прямая соединительная линия 26"/>
          <p:cNvSpPr/>
          <p:nvPr/>
        </p:nvSpPr>
        <p:spPr>
          <a:xfrm>
            <a:off x="668736" y="1490540"/>
            <a:ext cx="2371645" cy="4718217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5" name="Прямая соединительная линия 27"/>
          <p:cNvSpPr/>
          <p:nvPr/>
        </p:nvSpPr>
        <p:spPr>
          <a:xfrm flipV="1">
            <a:off x="643475" y="503373"/>
            <a:ext cx="2822857" cy="5331120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6" name="Прямая соединительная линия 29"/>
          <p:cNvSpPr/>
          <p:nvPr/>
        </p:nvSpPr>
        <p:spPr>
          <a:xfrm flipV="1">
            <a:off x="665687" y="494949"/>
            <a:ext cx="4482962" cy="2934051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7" name="Прямая соединительная линия 32"/>
          <p:cNvSpPr/>
          <p:nvPr/>
        </p:nvSpPr>
        <p:spPr>
          <a:xfrm>
            <a:off x="640428" y="2796547"/>
            <a:ext cx="1667120" cy="343669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8" name="Прямая соединительная линия 37"/>
          <p:cNvSpPr/>
          <p:nvPr/>
        </p:nvSpPr>
        <p:spPr>
          <a:xfrm flipH="1">
            <a:off x="671781" y="478638"/>
            <a:ext cx="3666318" cy="1806340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9" name="Прямая соединительная линия 38"/>
          <p:cNvSpPr/>
          <p:nvPr/>
        </p:nvSpPr>
        <p:spPr>
          <a:xfrm flipH="1" flipV="1">
            <a:off x="1338511" y="494950"/>
            <a:ext cx="454554" cy="1952072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0" name="Прямая соединительная линия 47"/>
          <p:cNvSpPr/>
          <p:nvPr/>
        </p:nvSpPr>
        <p:spPr>
          <a:xfrm flipV="1">
            <a:off x="659593" y="486525"/>
            <a:ext cx="1483400" cy="154370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1" name="Прямая соединительная линия 50"/>
          <p:cNvSpPr/>
          <p:nvPr/>
        </p:nvSpPr>
        <p:spPr>
          <a:xfrm flipH="1" flipV="1">
            <a:off x="2977115" y="494951"/>
            <a:ext cx="1626569" cy="1989857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2" name="Прямая соединительная линия 52"/>
          <p:cNvSpPr/>
          <p:nvPr/>
        </p:nvSpPr>
        <p:spPr>
          <a:xfrm flipV="1">
            <a:off x="3099323" y="494950"/>
            <a:ext cx="587959" cy="216652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3" name="Прямая соединительная линия 94"/>
          <p:cNvSpPr/>
          <p:nvPr/>
        </p:nvSpPr>
        <p:spPr>
          <a:xfrm flipH="1">
            <a:off x="5849208" y="3305895"/>
            <a:ext cx="1023873" cy="2902986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4" name="Прямая соединительная линия 96"/>
          <p:cNvSpPr/>
          <p:nvPr/>
        </p:nvSpPr>
        <p:spPr>
          <a:xfrm flipV="1">
            <a:off x="4752109" y="4343400"/>
            <a:ext cx="2113813" cy="1865355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5" name="Прямая соединительная линия 99"/>
          <p:cNvSpPr/>
          <p:nvPr/>
        </p:nvSpPr>
        <p:spPr>
          <a:xfrm>
            <a:off x="3737624" y="5057294"/>
            <a:ext cx="556816" cy="1167918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6" name="Прямая соединительная линия 100"/>
          <p:cNvSpPr/>
          <p:nvPr/>
        </p:nvSpPr>
        <p:spPr>
          <a:xfrm>
            <a:off x="4927910" y="5057294"/>
            <a:ext cx="556816" cy="1167918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7" name="Прямая соединительная линия 101"/>
          <p:cNvSpPr/>
          <p:nvPr/>
        </p:nvSpPr>
        <p:spPr>
          <a:xfrm>
            <a:off x="5924436" y="2347235"/>
            <a:ext cx="962301" cy="1553913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8" name="Прямая соединительная линия 108"/>
          <p:cNvSpPr/>
          <p:nvPr/>
        </p:nvSpPr>
        <p:spPr>
          <a:xfrm>
            <a:off x="5704364" y="486526"/>
            <a:ext cx="1161557" cy="2109598"/>
          </a:xfrm>
          <a:prstGeom prst="line">
            <a:avLst/>
          </a:prstGeom>
          <a:ln w="317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69" name="Рисунок 65" descr="Рисунок 6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20722356">
            <a:off x="970616" y="-234954"/>
            <a:ext cx="3810002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qt_prototype.png" descr="qt_proto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49892">
            <a:off x="2005709" y="1368421"/>
            <a:ext cx="4377671" cy="4377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Rectangle 40"/>
          <p:cNvGrpSpPr/>
          <p:nvPr/>
        </p:nvGrpSpPr>
        <p:grpSpPr>
          <a:xfrm>
            <a:off x="837496" y="1689694"/>
            <a:ext cx="10516396" cy="60996"/>
            <a:chOff x="-76" y="0"/>
            <a:chExt cx="10516395" cy="60994"/>
          </a:xfrm>
        </p:grpSpPr>
        <p:sp>
          <p:nvSpPr>
            <p:cNvPr id="172" name="Фигура"/>
            <p:cNvSpPr/>
            <p:nvPr/>
          </p:nvSpPr>
          <p:spPr>
            <a:xfrm>
              <a:off x="-77" y="144"/>
              <a:ext cx="10516180" cy="60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0" extrusionOk="0">
                  <a:moveTo>
                    <a:pt x="1" y="4713"/>
                  </a:moveTo>
                  <a:cubicBezTo>
                    <a:pt x="475" y="8082"/>
                    <a:pt x="684" y="9733"/>
                    <a:pt x="1135" y="4713"/>
                  </a:cubicBezTo>
                  <a:cubicBezTo>
                    <a:pt x="1586" y="-307"/>
                    <a:pt x="1566" y="1349"/>
                    <a:pt x="1837" y="4713"/>
                  </a:cubicBezTo>
                  <a:cubicBezTo>
                    <a:pt x="2108" y="8078"/>
                    <a:pt x="2962" y="1076"/>
                    <a:pt x="3619" y="4713"/>
                  </a:cubicBezTo>
                  <a:cubicBezTo>
                    <a:pt x="4276" y="8350"/>
                    <a:pt x="4338" y="6421"/>
                    <a:pt x="4753" y="4713"/>
                  </a:cubicBezTo>
                  <a:cubicBezTo>
                    <a:pt x="5167" y="3005"/>
                    <a:pt x="5636" y="526"/>
                    <a:pt x="5886" y="4713"/>
                  </a:cubicBezTo>
                  <a:cubicBezTo>
                    <a:pt x="6137" y="8901"/>
                    <a:pt x="6872" y="6640"/>
                    <a:pt x="7668" y="4713"/>
                  </a:cubicBezTo>
                  <a:cubicBezTo>
                    <a:pt x="8465" y="2787"/>
                    <a:pt x="8235" y="3972"/>
                    <a:pt x="8586" y="4713"/>
                  </a:cubicBezTo>
                  <a:cubicBezTo>
                    <a:pt x="8937" y="5455"/>
                    <a:pt x="9726" y="8824"/>
                    <a:pt x="10368" y="4713"/>
                  </a:cubicBezTo>
                  <a:cubicBezTo>
                    <a:pt x="11010" y="603"/>
                    <a:pt x="11630" y="542"/>
                    <a:pt x="12150" y="4713"/>
                  </a:cubicBezTo>
                  <a:cubicBezTo>
                    <a:pt x="12669" y="8885"/>
                    <a:pt x="12958" y="11836"/>
                    <a:pt x="13499" y="4713"/>
                  </a:cubicBezTo>
                  <a:cubicBezTo>
                    <a:pt x="14041" y="-2409"/>
                    <a:pt x="14599" y="2454"/>
                    <a:pt x="15281" y="4713"/>
                  </a:cubicBezTo>
                  <a:cubicBezTo>
                    <a:pt x="15964" y="6973"/>
                    <a:pt x="16111" y="2578"/>
                    <a:pt x="16415" y="4713"/>
                  </a:cubicBezTo>
                  <a:cubicBezTo>
                    <a:pt x="16719" y="6848"/>
                    <a:pt x="17027" y="-36"/>
                    <a:pt x="17549" y="4713"/>
                  </a:cubicBezTo>
                  <a:cubicBezTo>
                    <a:pt x="18071" y="9463"/>
                    <a:pt x="18474" y="11654"/>
                    <a:pt x="19115" y="4713"/>
                  </a:cubicBezTo>
                  <a:cubicBezTo>
                    <a:pt x="19756" y="-2227"/>
                    <a:pt x="20004" y="-880"/>
                    <a:pt x="20249" y="4713"/>
                  </a:cubicBezTo>
                  <a:cubicBezTo>
                    <a:pt x="20493" y="10307"/>
                    <a:pt x="21300" y="3758"/>
                    <a:pt x="21598" y="4713"/>
                  </a:cubicBezTo>
                  <a:cubicBezTo>
                    <a:pt x="21598" y="6074"/>
                    <a:pt x="21599" y="9260"/>
                    <a:pt x="21598" y="11151"/>
                  </a:cubicBezTo>
                  <a:cubicBezTo>
                    <a:pt x="21165" y="14642"/>
                    <a:pt x="20682" y="5496"/>
                    <a:pt x="20033" y="11151"/>
                  </a:cubicBezTo>
                  <a:cubicBezTo>
                    <a:pt x="19383" y="16806"/>
                    <a:pt x="19489" y="10311"/>
                    <a:pt x="19331" y="11151"/>
                  </a:cubicBezTo>
                  <a:cubicBezTo>
                    <a:pt x="19173" y="11991"/>
                    <a:pt x="18863" y="15064"/>
                    <a:pt x="18413" y="11151"/>
                  </a:cubicBezTo>
                  <a:cubicBezTo>
                    <a:pt x="17963" y="7238"/>
                    <a:pt x="17005" y="19191"/>
                    <a:pt x="16631" y="11151"/>
                  </a:cubicBezTo>
                  <a:cubicBezTo>
                    <a:pt x="16257" y="3111"/>
                    <a:pt x="15628" y="18690"/>
                    <a:pt x="15281" y="11151"/>
                  </a:cubicBezTo>
                  <a:cubicBezTo>
                    <a:pt x="14934" y="3612"/>
                    <a:pt x="14695" y="11056"/>
                    <a:pt x="14363" y="11151"/>
                  </a:cubicBezTo>
                  <a:cubicBezTo>
                    <a:pt x="14031" y="11246"/>
                    <a:pt x="13427" y="16722"/>
                    <a:pt x="13014" y="11151"/>
                  </a:cubicBezTo>
                  <a:cubicBezTo>
                    <a:pt x="12600" y="5579"/>
                    <a:pt x="12525" y="7311"/>
                    <a:pt x="12312" y="11151"/>
                  </a:cubicBezTo>
                  <a:cubicBezTo>
                    <a:pt x="12098" y="14991"/>
                    <a:pt x="11901" y="12715"/>
                    <a:pt x="11610" y="11151"/>
                  </a:cubicBezTo>
                  <a:cubicBezTo>
                    <a:pt x="11319" y="9587"/>
                    <a:pt x="10616" y="3857"/>
                    <a:pt x="10260" y="11151"/>
                  </a:cubicBezTo>
                  <a:cubicBezTo>
                    <a:pt x="9904" y="18445"/>
                    <a:pt x="9560" y="9726"/>
                    <a:pt x="9342" y="11151"/>
                  </a:cubicBezTo>
                  <a:cubicBezTo>
                    <a:pt x="9124" y="12575"/>
                    <a:pt x="8532" y="12463"/>
                    <a:pt x="7776" y="11151"/>
                  </a:cubicBezTo>
                  <a:cubicBezTo>
                    <a:pt x="7021" y="9839"/>
                    <a:pt x="7282" y="11716"/>
                    <a:pt x="6858" y="11151"/>
                  </a:cubicBezTo>
                  <a:cubicBezTo>
                    <a:pt x="6435" y="10586"/>
                    <a:pt x="5715" y="15496"/>
                    <a:pt x="5293" y="11151"/>
                  </a:cubicBezTo>
                  <a:cubicBezTo>
                    <a:pt x="4870" y="6806"/>
                    <a:pt x="4822" y="8029"/>
                    <a:pt x="4591" y="11151"/>
                  </a:cubicBezTo>
                  <a:cubicBezTo>
                    <a:pt x="4359" y="14273"/>
                    <a:pt x="3669" y="16231"/>
                    <a:pt x="3025" y="11151"/>
                  </a:cubicBezTo>
                  <a:cubicBezTo>
                    <a:pt x="2381" y="6070"/>
                    <a:pt x="2474" y="13616"/>
                    <a:pt x="2107" y="11151"/>
                  </a:cubicBezTo>
                  <a:cubicBezTo>
                    <a:pt x="1740" y="8686"/>
                    <a:pt x="1740" y="8936"/>
                    <a:pt x="1405" y="11151"/>
                  </a:cubicBezTo>
                  <a:cubicBezTo>
                    <a:pt x="1070" y="13365"/>
                    <a:pt x="660" y="15667"/>
                    <a:pt x="1" y="11151"/>
                  </a:cubicBezTo>
                  <a:cubicBezTo>
                    <a:pt x="0" y="9374"/>
                    <a:pt x="-1" y="7406"/>
                    <a:pt x="1" y="47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73" name="Фигура"/>
            <p:cNvSpPr/>
            <p:nvPr/>
          </p:nvSpPr>
          <p:spPr>
            <a:xfrm>
              <a:off x="625" y="-1"/>
              <a:ext cx="10515694" cy="60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169" extrusionOk="0">
                  <a:moveTo>
                    <a:pt x="0" y="5032"/>
                  </a:moveTo>
                  <a:cubicBezTo>
                    <a:pt x="246" y="1465"/>
                    <a:pt x="520" y="3146"/>
                    <a:pt x="918" y="5032"/>
                  </a:cubicBezTo>
                  <a:cubicBezTo>
                    <a:pt x="1316" y="6918"/>
                    <a:pt x="1728" y="3275"/>
                    <a:pt x="2268" y="5032"/>
                  </a:cubicBezTo>
                  <a:cubicBezTo>
                    <a:pt x="2808" y="6790"/>
                    <a:pt x="3072" y="5344"/>
                    <a:pt x="3834" y="5032"/>
                  </a:cubicBezTo>
                  <a:cubicBezTo>
                    <a:pt x="4596" y="4720"/>
                    <a:pt x="4198" y="8018"/>
                    <a:pt x="4536" y="5032"/>
                  </a:cubicBezTo>
                  <a:cubicBezTo>
                    <a:pt x="4874" y="2047"/>
                    <a:pt x="4970" y="7491"/>
                    <a:pt x="5238" y="5032"/>
                  </a:cubicBezTo>
                  <a:cubicBezTo>
                    <a:pt x="5506" y="2573"/>
                    <a:pt x="6364" y="5984"/>
                    <a:pt x="7020" y="5032"/>
                  </a:cubicBezTo>
                  <a:cubicBezTo>
                    <a:pt x="7676" y="4081"/>
                    <a:pt x="8044" y="3482"/>
                    <a:pt x="8370" y="5032"/>
                  </a:cubicBezTo>
                  <a:cubicBezTo>
                    <a:pt x="8696" y="6583"/>
                    <a:pt x="8790" y="6440"/>
                    <a:pt x="9072" y="5032"/>
                  </a:cubicBezTo>
                  <a:cubicBezTo>
                    <a:pt x="9354" y="3624"/>
                    <a:pt x="10097" y="11504"/>
                    <a:pt x="10422" y="5032"/>
                  </a:cubicBezTo>
                  <a:cubicBezTo>
                    <a:pt x="10746" y="-1440"/>
                    <a:pt x="11528" y="13048"/>
                    <a:pt x="12204" y="5032"/>
                  </a:cubicBezTo>
                  <a:cubicBezTo>
                    <a:pt x="12880" y="-2984"/>
                    <a:pt x="12968" y="5794"/>
                    <a:pt x="13338" y="5032"/>
                  </a:cubicBezTo>
                  <a:cubicBezTo>
                    <a:pt x="13707" y="4270"/>
                    <a:pt x="14178" y="-214"/>
                    <a:pt x="14472" y="5032"/>
                  </a:cubicBezTo>
                  <a:cubicBezTo>
                    <a:pt x="14765" y="10279"/>
                    <a:pt x="15361" y="9356"/>
                    <a:pt x="15822" y="5032"/>
                  </a:cubicBezTo>
                  <a:cubicBezTo>
                    <a:pt x="16283" y="708"/>
                    <a:pt x="17040" y="-3708"/>
                    <a:pt x="17388" y="5032"/>
                  </a:cubicBezTo>
                  <a:cubicBezTo>
                    <a:pt x="17736" y="13773"/>
                    <a:pt x="18338" y="6053"/>
                    <a:pt x="18954" y="5032"/>
                  </a:cubicBezTo>
                  <a:cubicBezTo>
                    <a:pt x="19569" y="4012"/>
                    <a:pt x="20757" y="671"/>
                    <a:pt x="21600" y="5032"/>
                  </a:cubicBezTo>
                  <a:cubicBezTo>
                    <a:pt x="21600" y="8097"/>
                    <a:pt x="21600" y="8673"/>
                    <a:pt x="21600" y="11855"/>
                  </a:cubicBezTo>
                  <a:cubicBezTo>
                    <a:pt x="21246" y="8833"/>
                    <a:pt x="21000" y="12756"/>
                    <a:pt x="20682" y="11855"/>
                  </a:cubicBezTo>
                  <a:cubicBezTo>
                    <a:pt x="20363" y="10953"/>
                    <a:pt x="19539" y="6052"/>
                    <a:pt x="18900" y="11855"/>
                  </a:cubicBezTo>
                  <a:cubicBezTo>
                    <a:pt x="18260" y="17657"/>
                    <a:pt x="18212" y="5818"/>
                    <a:pt x="17550" y="11855"/>
                  </a:cubicBezTo>
                  <a:cubicBezTo>
                    <a:pt x="16888" y="17892"/>
                    <a:pt x="17025" y="14306"/>
                    <a:pt x="16848" y="11855"/>
                  </a:cubicBezTo>
                  <a:cubicBezTo>
                    <a:pt x="16671" y="9404"/>
                    <a:pt x="16016" y="6682"/>
                    <a:pt x="15498" y="11855"/>
                  </a:cubicBezTo>
                  <a:cubicBezTo>
                    <a:pt x="14980" y="17028"/>
                    <a:pt x="14600" y="15420"/>
                    <a:pt x="14364" y="11855"/>
                  </a:cubicBezTo>
                  <a:cubicBezTo>
                    <a:pt x="14127" y="8290"/>
                    <a:pt x="13698" y="7009"/>
                    <a:pt x="13230" y="11855"/>
                  </a:cubicBezTo>
                  <a:cubicBezTo>
                    <a:pt x="12761" y="16701"/>
                    <a:pt x="12381" y="13793"/>
                    <a:pt x="12096" y="11855"/>
                  </a:cubicBezTo>
                  <a:cubicBezTo>
                    <a:pt x="11811" y="9917"/>
                    <a:pt x="11450" y="15883"/>
                    <a:pt x="10962" y="11855"/>
                  </a:cubicBezTo>
                  <a:cubicBezTo>
                    <a:pt x="10473" y="7827"/>
                    <a:pt x="9937" y="15449"/>
                    <a:pt x="9396" y="11855"/>
                  </a:cubicBezTo>
                  <a:cubicBezTo>
                    <a:pt x="8855" y="8261"/>
                    <a:pt x="8476" y="11667"/>
                    <a:pt x="8046" y="11855"/>
                  </a:cubicBezTo>
                  <a:cubicBezTo>
                    <a:pt x="7616" y="12042"/>
                    <a:pt x="7512" y="15002"/>
                    <a:pt x="7344" y="11855"/>
                  </a:cubicBezTo>
                  <a:cubicBezTo>
                    <a:pt x="7175" y="8707"/>
                    <a:pt x="6543" y="16440"/>
                    <a:pt x="6210" y="11855"/>
                  </a:cubicBezTo>
                  <a:cubicBezTo>
                    <a:pt x="5877" y="7270"/>
                    <a:pt x="5335" y="13936"/>
                    <a:pt x="4644" y="11855"/>
                  </a:cubicBezTo>
                  <a:cubicBezTo>
                    <a:pt x="3953" y="9773"/>
                    <a:pt x="4101" y="8938"/>
                    <a:pt x="3726" y="11855"/>
                  </a:cubicBezTo>
                  <a:cubicBezTo>
                    <a:pt x="3351" y="14771"/>
                    <a:pt x="2439" y="17261"/>
                    <a:pt x="1944" y="11855"/>
                  </a:cubicBezTo>
                  <a:cubicBezTo>
                    <a:pt x="1449" y="6449"/>
                    <a:pt x="831" y="12053"/>
                    <a:pt x="0" y="11855"/>
                  </a:cubicBezTo>
                  <a:cubicBezTo>
                    <a:pt x="1" y="8837"/>
                    <a:pt x="1" y="6805"/>
                    <a:pt x="0" y="5032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75" name="Rectangle 42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76" name="Рисунок 6" descr="Рисунок 6"/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>
            <a:fillRect/>
          </a:stretch>
        </p:blipFill>
        <p:spPr>
          <a:xfrm>
            <a:off x="18" y="8"/>
            <a:ext cx="12191982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Заголовок 1"/>
          <p:cNvSpPr txBox="1">
            <a:spLocks noGrp="1"/>
          </p:cNvSpPr>
          <p:nvPr>
            <p:ph type="title"/>
          </p:nvPr>
        </p:nvSpPr>
        <p:spPr>
          <a:xfrm>
            <a:off x="934883" y="174625"/>
            <a:ext cx="10515601" cy="1325563"/>
          </a:xfrm>
          <a:prstGeom prst="rect">
            <a:avLst/>
          </a:prstGeom>
        </p:spPr>
        <p:txBody>
          <a:bodyPr anchor="ctr"/>
          <a:lstStyle>
            <a:lvl1pPr>
              <a:defRPr sz="7200"/>
            </a:lvl1pPr>
          </a:lstStyle>
          <a:p>
            <a:r>
              <a:t>А что по данным?…</a:t>
            </a:r>
          </a:p>
        </p:txBody>
      </p:sp>
      <p:grpSp>
        <p:nvGrpSpPr>
          <p:cNvPr id="180" name="Rectangle 6"/>
          <p:cNvGrpSpPr/>
          <p:nvPr/>
        </p:nvGrpSpPr>
        <p:grpSpPr>
          <a:xfrm>
            <a:off x="-174111" y="1502288"/>
            <a:ext cx="12467759" cy="70206"/>
            <a:chOff x="0" y="0"/>
            <a:chExt cx="12467757" cy="70205"/>
          </a:xfrm>
        </p:grpSpPr>
        <p:sp>
          <p:nvSpPr>
            <p:cNvPr id="178" name="Фигура"/>
            <p:cNvSpPr/>
            <p:nvPr/>
          </p:nvSpPr>
          <p:spPr>
            <a:xfrm>
              <a:off x="-1" y="0"/>
              <a:ext cx="12466834" cy="62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313" extrusionOk="0">
                  <a:moveTo>
                    <a:pt x="0" y="6302"/>
                  </a:moveTo>
                  <a:cubicBezTo>
                    <a:pt x="532" y="10296"/>
                    <a:pt x="827" y="802"/>
                    <a:pt x="1134" y="6302"/>
                  </a:cubicBezTo>
                  <a:cubicBezTo>
                    <a:pt x="1442" y="11802"/>
                    <a:pt x="1531" y="5687"/>
                    <a:pt x="1836" y="6302"/>
                  </a:cubicBezTo>
                  <a:cubicBezTo>
                    <a:pt x="2141" y="6917"/>
                    <a:pt x="2785" y="6264"/>
                    <a:pt x="3618" y="6302"/>
                  </a:cubicBezTo>
                  <a:cubicBezTo>
                    <a:pt x="4451" y="6340"/>
                    <a:pt x="4269" y="7734"/>
                    <a:pt x="4752" y="6302"/>
                  </a:cubicBezTo>
                  <a:cubicBezTo>
                    <a:pt x="5235" y="4870"/>
                    <a:pt x="5559" y="11132"/>
                    <a:pt x="5886" y="6302"/>
                  </a:cubicBezTo>
                  <a:cubicBezTo>
                    <a:pt x="6213" y="1472"/>
                    <a:pt x="7123" y="11267"/>
                    <a:pt x="7668" y="6302"/>
                  </a:cubicBezTo>
                  <a:cubicBezTo>
                    <a:pt x="8213" y="1337"/>
                    <a:pt x="8378" y="9493"/>
                    <a:pt x="8586" y="6302"/>
                  </a:cubicBezTo>
                  <a:cubicBezTo>
                    <a:pt x="8794" y="3111"/>
                    <a:pt x="9477" y="1803"/>
                    <a:pt x="10368" y="6302"/>
                  </a:cubicBezTo>
                  <a:cubicBezTo>
                    <a:pt x="11258" y="10801"/>
                    <a:pt x="11328" y="5442"/>
                    <a:pt x="12150" y="6302"/>
                  </a:cubicBezTo>
                  <a:cubicBezTo>
                    <a:pt x="12971" y="7162"/>
                    <a:pt x="12846" y="4963"/>
                    <a:pt x="13499" y="6302"/>
                  </a:cubicBezTo>
                  <a:cubicBezTo>
                    <a:pt x="14153" y="7641"/>
                    <a:pt x="14809" y="1643"/>
                    <a:pt x="15281" y="6302"/>
                  </a:cubicBezTo>
                  <a:cubicBezTo>
                    <a:pt x="15753" y="10961"/>
                    <a:pt x="16125" y="-64"/>
                    <a:pt x="16415" y="6302"/>
                  </a:cubicBezTo>
                  <a:cubicBezTo>
                    <a:pt x="16706" y="12668"/>
                    <a:pt x="17019" y="12966"/>
                    <a:pt x="17549" y="6302"/>
                  </a:cubicBezTo>
                  <a:cubicBezTo>
                    <a:pt x="18079" y="-362"/>
                    <a:pt x="18728" y="16231"/>
                    <a:pt x="19115" y="6302"/>
                  </a:cubicBezTo>
                  <a:cubicBezTo>
                    <a:pt x="19502" y="-3627"/>
                    <a:pt x="19913" y="-424"/>
                    <a:pt x="20249" y="6302"/>
                  </a:cubicBezTo>
                  <a:cubicBezTo>
                    <a:pt x="20586" y="13028"/>
                    <a:pt x="21285" y="6484"/>
                    <a:pt x="21599" y="6302"/>
                  </a:cubicBezTo>
                  <a:cubicBezTo>
                    <a:pt x="21598" y="8573"/>
                    <a:pt x="21599" y="9997"/>
                    <a:pt x="21599" y="11080"/>
                  </a:cubicBezTo>
                  <a:cubicBezTo>
                    <a:pt x="21110" y="12640"/>
                    <a:pt x="20583" y="12131"/>
                    <a:pt x="20033" y="11080"/>
                  </a:cubicBezTo>
                  <a:cubicBezTo>
                    <a:pt x="19483" y="10031"/>
                    <a:pt x="19588" y="7233"/>
                    <a:pt x="19331" y="11080"/>
                  </a:cubicBezTo>
                  <a:cubicBezTo>
                    <a:pt x="19074" y="14928"/>
                    <a:pt x="18665" y="6792"/>
                    <a:pt x="18413" y="11080"/>
                  </a:cubicBezTo>
                  <a:cubicBezTo>
                    <a:pt x="18161" y="15369"/>
                    <a:pt x="17075" y="5021"/>
                    <a:pt x="16631" y="11080"/>
                  </a:cubicBezTo>
                  <a:cubicBezTo>
                    <a:pt x="16187" y="17140"/>
                    <a:pt x="15727" y="13215"/>
                    <a:pt x="15281" y="11080"/>
                  </a:cubicBezTo>
                  <a:cubicBezTo>
                    <a:pt x="14836" y="8946"/>
                    <a:pt x="14797" y="13385"/>
                    <a:pt x="14363" y="11080"/>
                  </a:cubicBezTo>
                  <a:cubicBezTo>
                    <a:pt x="13929" y="8776"/>
                    <a:pt x="13294" y="11263"/>
                    <a:pt x="13014" y="11080"/>
                  </a:cubicBezTo>
                  <a:cubicBezTo>
                    <a:pt x="12733" y="10899"/>
                    <a:pt x="12561" y="14929"/>
                    <a:pt x="12312" y="11080"/>
                  </a:cubicBezTo>
                  <a:cubicBezTo>
                    <a:pt x="12062" y="7232"/>
                    <a:pt x="11835" y="9457"/>
                    <a:pt x="11610" y="11080"/>
                  </a:cubicBezTo>
                  <a:cubicBezTo>
                    <a:pt x="11385" y="12704"/>
                    <a:pt x="10910" y="8545"/>
                    <a:pt x="10260" y="11080"/>
                  </a:cubicBezTo>
                  <a:cubicBezTo>
                    <a:pt x="9610" y="13616"/>
                    <a:pt x="9634" y="13962"/>
                    <a:pt x="9342" y="11080"/>
                  </a:cubicBezTo>
                  <a:cubicBezTo>
                    <a:pt x="9049" y="8199"/>
                    <a:pt x="8115" y="8134"/>
                    <a:pt x="7776" y="11080"/>
                  </a:cubicBezTo>
                  <a:cubicBezTo>
                    <a:pt x="7437" y="14027"/>
                    <a:pt x="7041" y="11954"/>
                    <a:pt x="6858" y="11080"/>
                  </a:cubicBezTo>
                  <a:cubicBezTo>
                    <a:pt x="6674" y="10207"/>
                    <a:pt x="5951" y="4188"/>
                    <a:pt x="5292" y="11080"/>
                  </a:cubicBezTo>
                  <a:cubicBezTo>
                    <a:pt x="4633" y="17973"/>
                    <a:pt x="4831" y="8812"/>
                    <a:pt x="4590" y="11080"/>
                  </a:cubicBezTo>
                  <a:cubicBezTo>
                    <a:pt x="4349" y="13349"/>
                    <a:pt x="3423" y="7273"/>
                    <a:pt x="3024" y="11080"/>
                  </a:cubicBezTo>
                  <a:cubicBezTo>
                    <a:pt x="2626" y="14888"/>
                    <a:pt x="2323" y="10754"/>
                    <a:pt x="2106" y="11080"/>
                  </a:cubicBezTo>
                  <a:cubicBezTo>
                    <a:pt x="1889" y="11407"/>
                    <a:pt x="1553" y="14519"/>
                    <a:pt x="1404" y="11080"/>
                  </a:cubicBezTo>
                  <a:cubicBezTo>
                    <a:pt x="1255" y="7642"/>
                    <a:pt x="430" y="14155"/>
                    <a:pt x="0" y="11080"/>
                  </a:cubicBezTo>
                  <a:cubicBezTo>
                    <a:pt x="0" y="9255"/>
                    <a:pt x="-1" y="8329"/>
                    <a:pt x="0" y="6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79" name="Фигура"/>
            <p:cNvSpPr/>
            <p:nvPr/>
          </p:nvSpPr>
          <p:spPr>
            <a:xfrm>
              <a:off x="527" y="3065"/>
              <a:ext cx="12467231" cy="67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108" extrusionOk="0">
                  <a:moveTo>
                    <a:pt x="0" y="4811"/>
                  </a:moveTo>
                  <a:cubicBezTo>
                    <a:pt x="293" y="533"/>
                    <a:pt x="692" y="3737"/>
                    <a:pt x="918" y="4811"/>
                  </a:cubicBezTo>
                  <a:cubicBezTo>
                    <a:pt x="1144" y="5885"/>
                    <a:pt x="1609" y="9256"/>
                    <a:pt x="2268" y="4811"/>
                  </a:cubicBezTo>
                  <a:cubicBezTo>
                    <a:pt x="2927" y="366"/>
                    <a:pt x="3239" y="6094"/>
                    <a:pt x="3834" y="4811"/>
                  </a:cubicBezTo>
                  <a:cubicBezTo>
                    <a:pt x="4429" y="3528"/>
                    <a:pt x="4254" y="4086"/>
                    <a:pt x="4536" y="4811"/>
                  </a:cubicBezTo>
                  <a:cubicBezTo>
                    <a:pt x="4818" y="5536"/>
                    <a:pt x="4889" y="6983"/>
                    <a:pt x="5238" y="4811"/>
                  </a:cubicBezTo>
                  <a:cubicBezTo>
                    <a:pt x="5587" y="2639"/>
                    <a:pt x="6391" y="-4833"/>
                    <a:pt x="7020" y="4811"/>
                  </a:cubicBezTo>
                  <a:cubicBezTo>
                    <a:pt x="7649" y="14455"/>
                    <a:pt x="8077" y="9754"/>
                    <a:pt x="8370" y="4811"/>
                  </a:cubicBezTo>
                  <a:cubicBezTo>
                    <a:pt x="8662" y="-132"/>
                    <a:pt x="8905" y="2155"/>
                    <a:pt x="9072" y="4811"/>
                  </a:cubicBezTo>
                  <a:cubicBezTo>
                    <a:pt x="9239" y="7467"/>
                    <a:pt x="10033" y="3450"/>
                    <a:pt x="10422" y="4811"/>
                  </a:cubicBezTo>
                  <a:cubicBezTo>
                    <a:pt x="10810" y="6172"/>
                    <a:pt x="11827" y="891"/>
                    <a:pt x="12203" y="4811"/>
                  </a:cubicBezTo>
                  <a:cubicBezTo>
                    <a:pt x="12580" y="8730"/>
                    <a:pt x="12903" y="10694"/>
                    <a:pt x="13337" y="4811"/>
                  </a:cubicBezTo>
                  <a:cubicBezTo>
                    <a:pt x="13772" y="-1072"/>
                    <a:pt x="13912" y="1412"/>
                    <a:pt x="14471" y="4811"/>
                  </a:cubicBezTo>
                  <a:cubicBezTo>
                    <a:pt x="15030" y="8210"/>
                    <a:pt x="15292" y="-2580"/>
                    <a:pt x="15821" y="4811"/>
                  </a:cubicBezTo>
                  <a:cubicBezTo>
                    <a:pt x="16351" y="12202"/>
                    <a:pt x="16901" y="2458"/>
                    <a:pt x="17387" y="4811"/>
                  </a:cubicBezTo>
                  <a:cubicBezTo>
                    <a:pt x="17873" y="7163"/>
                    <a:pt x="18291" y="1694"/>
                    <a:pt x="18953" y="4811"/>
                  </a:cubicBezTo>
                  <a:cubicBezTo>
                    <a:pt x="19615" y="7928"/>
                    <a:pt x="20491" y="6489"/>
                    <a:pt x="21599" y="4811"/>
                  </a:cubicBezTo>
                  <a:cubicBezTo>
                    <a:pt x="21600" y="5809"/>
                    <a:pt x="21600" y="6880"/>
                    <a:pt x="21599" y="8912"/>
                  </a:cubicBezTo>
                  <a:cubicBezTo>
                    <a:pt x="21276" y="11207"/>
                    <a:pt x="21042" y="11444"/>
                    <a:pt x="20681" y="8912"/>
                  </a:cubicBezTo>
                  <a:cubicBezTo>
                    <a:pt x="20319" y="6380"/>
                    <a:pt x="19574" y="1057"/>
                    <a:pt x="18899" y="8912"/>
                  </a:cubicBezTo>
                  <a:cubicBezTo>
                    <a:pt x="18224" y="16767"/>
                    <a:pt x="18147" y="11698"/>
                    <a:pt x="17549" y="8912"/>
                  </a:cubicBezTo>
                  <a:cubicBezTo>
                    <a:pt x="16951" y="6126"/>
                    <a:pt x="17193" y="6265"/>
                    <a:pt x="16847" y="8912"/>
                  </a:cubicBezTo>
                  <a:cubicBezTo>
                    <a:pt x="16501" y="11559"/>
                    <a:pt x="15915" y="9052"/>
                    <a:pt x="15497" y="8912"/>
                  </a:cubicBezTo>
                  <a:cubicBezTo>
                    <a:pt x="15079" y="8771"/>
                    <a:pt x="14751" y="9613"/>
                    <a:pt x="14363" y="8912"/>
                  </a:cubicBezTo>
                  <a:cubicBezTo>
                    <a:pt x="13976" y="8210"/>
                    <a:pt x="13727" y="8135"/>
                    <a:pt x="13229" y="8912"/>
                  </a:cubicBezTo>
                  <a:cubicBezTo>
                    <a:pt x="12732" y="9689"/>
                    <a:pt x="12446" y="13472"/>
                    <a:pt x="12095" y="8912"/>
                  </a:cubicBezTo>
                  <a:cubicBezTo>
                    <a:pt x="11745" y="4351"/>
                    <a:pt x="11189" y="5531"/>
                    <a:pt x="10962" y="8912"/>
                  </a:cubicBezTo>
                  <a:cubicBezTo>
                    <a:pt x="10734" y="12292"/>
                    <a:pt x="10022" y="10827"/>
                    <a:pt x="9396" y="8912"/>
                  </a:cubicBezTo>
                  <a:cubicBezTo>
                    <a:pt x="8769" y="6996"/>
                    <a:pt x="8436" y="14128"/>
                    <a:pt x="8046" y="8912"/>
                  </a:cubicBezTo>
                  <a:cubicBezTo>
                    <a:pt x="7656" y="3695"/>
                    <a:pt x="7599" y="12583"/>
                    <a:pt x="7344" y="8912"/>
                  </a:cubicBezTo>
                  <a:cubicBezTo>
                    <a:pt x="7088" y="5241"/>
                    <a:pt x="6498" y="14273"/>
                    <a:pt x="6210" y="8912"/>
                  </a:cubicBezTo>
                  <a:cubicBezTo>
                    <a:pt x="5921" y="3551"/>
                    <a:pt x="5413" y="13035"/>
                    <a:pt x="4644" y="8912"/>
                  </a:cubicBezTo>
                  <a:cubicBezTo>
                    <a:pt x="3875" y="4789"/>
                    <a:pt x="4174" y="6106"/>
                    <a:pt x="3726" y="8912"/>
                  </a:cubicBezTo>
                  <a:cubicBezTo>
                    <a:pt x="3279" y="11718"/>
                    <a:pt x="2553" y="14987"/>
                    <a:pt x="1944" y="8912"/>
                  </a:cubicBezTo>
                  <a:cubicBezTo>
                    <a:pt x="1336" y="2837"/>
                    <a:pt x="813" y="1946"/>
                    <a:pt x="0" y="8912"/>
                  </a:cubicBezTo>
                  <a:cubicBezTo>
                    <a:pt x="0" y="6934"/>
                    <a:pt x="1" y="5811"/>
                    <a:pt x="0" y="4811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pic>
        <p:nvPicPr>
          <p:cNvPr id="181" name="Рисунок 7" descr="Рисунок 7"/>
          <p:cNvPicPr>
            <a:picLocks noChangeAspect="1"/>
          </p:cNvPicPr>
          <p:nvPr/>
        </p:nvPicPr>
        <p:blipFill>
          <a:blip r:embed="rId3"/>
          <a:srcRect l="1833" r="4696"/>
          <a:stretch>
            <a:fillRect/>
          </a:stretch>
        </p:blipFill>
        <p:spPr>
          <a:xfrm>
            <a:off x="3091303" y="1940196"/>
            <a:ext cx="6202778" cy="42897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Rectangle 40"/>
          <p:cNvGrpSpPr/>
          <p:nvPr/>
        </p:nvGrpSpPr>
        <p:grpSpPr>
          <a:xfrm>
            <a:off x="837496" y="1689694"/>
            <a:ext cx="10516396" cy="60996"/>
            <a:chOff x="-76" y="0"/>
            <a:chExt cx="10516395" cy="60994"/>
          </a:xfrm>
        </p:grpSpPr>
        <p:sp>
          <p:nvSpPr>
            <p:cNvPr id="183" name="Фигура"/>
            <p:cNvSpPr/>
            <p:nvPr/>
          </p:nvSpPr>
          <p:spPr>
            <a:xfrm>
              <a:off x="-77" y="144"/>
              <a:ext cx="10516180" cy="60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270" extrusionOk="0">
                  <a:moveTo>
                    <a:pt x="1" y="4713"/>
                  </a:moveTo>
                  <a:cubicBezTo>
                    <a:pt x="475" y="8082"/>
                    <a:pt x="684" y="9733"/>
                    <a:pt x="1135" y="4713"/>
                  </a:cubicBezTo>
                  <a:cubicBezTo>
                    <a:pt x="1586" y="-307"/>
                    <a:pt x="1566" y="1349"/>
                    <a:pt x="1837" y="4713"/>
                  </a:cubicBezTo>
                  <a:cubicBezTo>
                    <a:pt x="2108" y="8078"/>
                    <a:pt x="2962" y="1076"/>
                    <a:pt x="3619" y="4713"/>
                  </a:cubicBezTo>
                  <a:cubicBezTo>
                    <a:pt x="4276" y="8350"/>
                    <a:pt x="4338" y="6421"/>
                    <a:pt x="4753" y="4713"/>
                  </a:cubicBezTo>
                  <a:cubicBezTo>
                    <a:pt x="5167" y="3005"/>
                    <a:pt x="5636" y="526"/>
                    <a:pt x="5886" y="4713"/>
                  </a:cubicBezTo>
                  <a:cubicBezTo>
                    <a:pt x="6137" y="8901"/>
                    <a:pt x="6872" y="6640"/>
                    <a:pt x="7668" y="4713"/>
                  </a:cubicBezTo>
                  <a:cubicBezTo>
                    <a:pt x="8465" y="2787"/>
                    <a:pt x="8235" y="3972"/>
                    <a:pt x="8586" y="4713"/>
                  </a:cubicBezTo>
                  <a:cubicBezTo>
                    <a:pt x="8937" y="5455"/>
                    <a:pt x="9726" y="8824"/>
                    <a:pt x="10368" y="4713"/>
                  </a:cubicBezTo>
                  <a:cubicBezTo>
                    <a:pt x="11010" y="603"/>
                    <a:pt x="11630" y="542"/>
                    <a:pt x="12150" y="4713"/>
                  </a:cubicBezTo>
                  <a:cubicBezTo>
                    <a:pt x="12669" y="8885"/>
                    <a:pt x="12958" y="11836"/>
                    <a:pt x="13499" y="4713"/>
                  </a:cubicBezTo>
                  <a:cubicBezTo>
                    <a:pt x="14041" y="-2409"/>
                    <a:pt x="14599" y="2454"/>
                    <a:pt x="15281" y="4713"/>
                  </a:cubicBezTo>
                  <a:cubicBezTo>
                    <a:pt x="15964" y="6973"/>
                    <a:pt x="16111" y="2578"/>
                    <a:pt x="16415" y="4713"/>
                  </a:cubicBezTo>
                  <a:cubicBezTo>
                    <a:pt x="16719" y="6848"/>
                    <a:pt x="17027" y="-36"/>
                    <a:pt x="17549" y="4713"/>
                  </a:cubicBezTo>
                  <a:cubicBezTo>
                    <a:pt x="18071" y="9463"/>
                    <a:pt x="18474" y="11654"/>
                    <a:pt x="19115" y="4713"/>
                  </a:cubicBezTo>
                  <a:cubicBezTo>
                    <a:pt x="19756" y="-2227"/>
                    <a:pt x="20004" y="-880"/>
                    <a:pt x="20249" y="4713"/>
                  </a:cubicBezTo>
                  <a:cubicBezTo>
                    <a:pt x="20493" y="10307"/>
                    <a:pt x="21300" y="3758"/>
                    <a:pt x="21598" y="4713"/>
                  </a:cubicBezTo>
                  <a:cubicBezTo>
                    <a:pt x="21598" y="6074"/>
                    <a:pt x="21599" y="9260"/>
                    <a:pt x="21598" y="11151"/>
                  </a:cubicBezTo>
                  <a:cubicBezTo>
                    <a:pt x="21165" y="14642"/>
                    <a:pt x="20682" y="5496"/>
                    <a:pt x="20033" y="11151"/>
                  </a:cubicBezTo>
                  <a:cubicBezTo>
                    <a:pt x="19383" y="16806"/>
                    <a:pt x="19489" y="10311"/>
                    <a:pt x="19331" y="11151"/>
                  </a:cubicBezTo>
                  <a:cubicBezTo>
                    <a:pt x="19173" y="11991"/>
                    <a:pt x="18863" y="15064"/>
                    <a:pt x="18413" y="11151"/>
                  </a:cubicBezTo>
                  <a:cubicBezTo>
                    <a:pt x="17963" y="7238"/>
                    <a:pt x="17005" y="19191"/>
                    <a:pt x="16631" y="11151"/>
                  </a:cubicBezTo>
                  <a:cubicBezTo>
                    <a:pt x="16257" y="3111"/>
                    <a:pt x="15628" y="18690"/>
                    <a:pt x="15281" y="11151"/>
                  </a:cubicBezTo>
                  <a:cubicBezTo>
                    <a:pt x="14934" y="3612"/>
                    <a:pt x="14695" y="11056"/>
                    <a:pt x="14363" y="11151"/>
                  </a:cubicBezTo>
                  <a:cubicBezTo>
                    <a:pt x="14031" y="11246"/>
                    <a:pt x="13427" y="16722"/>
                    <a:pt x="13014" y="11151"/>
                  </a:cubicBezTo>
                  <a:cubicBezTo>
                    <a:pt x="12600" y="5579"/>
                    <a:pt x="12525" y="7311"/>
                    <a:pt x="12312" y="11151"/>
                  </a:cubicBezTo>
                  <a:cubicBezTo>
                    <a:pt x="12098" y="14991"/>
                    <a:pt x="11901" y="12715"/>
                    <a:pt x="11610" y="11151"/>
                  </a:cubicBezTo>
                  <a:cubicBezTo>
                    <a:pt x="11319" y="9587"/>
                    <a:pt x="10616" y="3857"/>
                    <a:pt x="10260" y="11151"/>
                  </a:cubicBezTo>
                  <a:cubicBezTo>
                    <a:pt x="9904" y="18445"/>
                    <a:pt x="9560" y="9726"/>
                    <a:pt x="9342" y="11151"/>
                  </a:cubicBezTo>
                  <a:cubicBezTo>
                    <a:pt x="9124" y="12575"/>
                    <a:pt x="8532" y="12463"/>
                    <a:pt x="7776" y="11151"/>
                  </a:cubicBezTo>
                  <a:cubicBezTo>
                    <a:pt x="7021" y="9839"/>
                    <a:pt x="7282" y="11716"/>
                    <a:pt x="6858" y="11151"/>
                  </a:cubicBezTo>
                  <a:cubicBezTo>
                    <a:pt x="6435" y="10586"/>
                    <a:pt x="5715" y="15496"/>
                    <a:pt x="5293" y="11151"/>
                  </a:cubicBezTo>
                  <a:cubicBezTo>
                    <a:pt x="4870" y="6806"/>
                    <a:pt x="4822" y="8029"/>
                    <a:pt x="4591" y="11151"/>
                  </a:cubicBezTo>
                  <a:cubicBezTo>
                    <a:pt x="4359" y="14273"/>
                    <a:pt x="3669" y="16231"/>
                    <a:pt x="3025" y="11151"/>
                  </a:cubicBezTo>
                  <a:cubicBezTo>
                    <a:pt x="2381" y="6070"/>
                    <a:pt x="2474" y="13616"/>
                    <a:pt x="2107" y="11151"/>
                  </a:cubicBezTo>
                  <a:cubicBezTo>
                    <a:pt x="1740" y="8686"/>
                    <a:pt x="1740" y="8936"/>
                    <a:pt x="1405" y="11151"/>
                  </a:cubicBezTo>
                  <a:cubicBezTo>
                    <a:pt x="1070" y="13365"/>
                    <a:pt x="660" y="15667"/>
                    <a:pt x="1" y="11151"/>
                  </a:cubicBezTo>
                  <a:cubicBezTo>
                    <a:pt x="0" y="9374"/>
                    <a:pt x="-1" y="7406"/>
                    <a:pt x="1" y="471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84" name="Фигура"/>
            <p:cNvSpPr/>
            <p:nvPr/>
          </p:nvSpPr>
          <p:spPr>
            <a:xfrm>
              <a:off x="625" y="-1"/>
              <a:ext cx="10515695" cy="60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5169" extrusionOk="0">
                  <a:moveTo>
                    <a:pt x="0" y="5032"/>
                  </a:moveTo>
                  <a:cubicBezTo>
                    <a:pt x="246" y="1465"/>
                    <a:pt x="520" y="3146"/>
                    <a:pt x="918" y="5032"/>
                  </a:cubicBezTo>
                  <a:cubicBezTo>
                    <a:pt x="1316" y="6918"/>
                    <a:pt x="1728" y="3275"/>
                    <a:pt x="2268" y="5032"/>
                  </a:cubicBezTo>
                  <a:cubicBezTo>
                    <a:pt x="2808" y="6790"/>
                    <a:pt x="3072" y="5344"/>
                    <a:pt x="3834" y="5032"/>
                  </a:cubicBezTo>
                  <a:cubicBezTo>
                    <a:pt x="4596" y="4720"/>
                    <a:pt x="4198" y="8018"/>
                    <a:pt x="4536" y="5032"/>
                  </a:cubicBezTo>
                  <a:cubicBezTo>
                    <a:pt x="4874" y="2047"/>
                    <a:pt x="4970" y="7491"/>
                    <a:pt x="5238" y="5032"/>
                  </a:cubicBezTo>
                  <a:cubicBezTo>
                    <a:pt x="5506" y="2573"/>
                    <a:pt x="6364" y="5984"/>
                    <a:pt x="7020" y="5032"/>
                  </a:cubicBezTo>
                  <a:cubicBezTo>
                    <a:pt x="7676" y="4081"/>
                    <a:pt x="8044" y="3482"/>
                    <a:pt x="8370" y="5032"/>
                  </a:cubicBezTo>
                  <a:cubicBezTo>
                    <a:pt x="8696" y="6583"/>
                    <a:pt x="8790" y="6440"/>
                    <a:pt x="9072" y="5032"/>
                  </a:cubicBezTo>
                  <a:cubicBezTo>
                    <a:pt x="9354" y="3624"/>
                    <a:pt x="10097" y="11504"/>
                    <a:pt x="10422" y="5032"/>
                  </a:cubicBezTo>
                  <a:cubicBezTo>
                    <a:pt x="10746" y="-1440"/>
                    <a:pt x="11528" y="13048"/>
                    <a:pt x="12204" y="5032"/>
                  </a:cubicBezTo>
                  <a:cubicBezTo>
                    <a:pt x="12880" y="-2984"/>
                    <a:pt x="12968" y="5794"/>
                    <a:pt x="13338" y="5032"/>
                  </a:cubicBezTo>
                  <a:cubicBezTo>
                    <a:pt x="13707" y="4270"/>
                    <a:pt x="14178" y="-214"/>
                    <a:pt x="14472" y="5032"/>
                  </a:cubicBezTo>
                  <a:cubicBezTo>
                    <a:pt x="14765" y="10279"/>
                    <a:pt x="15361" y="9356"/>
                    <a:pt x="15822" y="5032"/>
                  </a:cubicBezTo>
                  <a:cubicBezTo>
                    <a:pt x="16283" y="708"/>
                    <a:pt x="17040" y="-3708"/>
                    <a:pt x="17388" y="5032"/>
                  </a:cubicBezTo>
                  <a:cubicBezTo>
                    <a:pt x="17736" y="13773"/>
                    <a:pt x="18338" y="6053"/>
                    <a:pt x="18954" y="5032"/>
                  </a:cubicBezTo>
                  <a:cubicBezTo>
                    <a:pt x="19569" y="4012"/>
                    <a:pt x="20757" y="671"/>
                    <a:pt x="21600" y="5032"/>
                  </a:cubicBezTo>
                  <a:cubicBezTo>
                    <a:pt x="21600" y="8097"/>
                    <a:pt x="21600" y="8673"/>
                    <a:pt x="21600" y="11855"/>
                  </a:cubicBezTo>
                  <a:cubicBezTo>
                    <a:pt x="21246" y="8833"/>
                    <a:pt x="21000" y="12756"/>
                    <a:pt x="20682" y="11855"/>
                  </a:cubicBezTo>
                  <a:cubicBezTo>
                    <a:pt x="20363" y="10953"/>
                    <a:pt x="19539" y="6052"/>
                    <a:pt x="18900" y="11855"/>
                  </a:cubicBezTo>
                  <a:cubicBezTo>
                    <a:pt x="18260" y="17657"/>
                    <a:pt x="18212" y="5818"/>
                    <a:pt x="17550" y="11855"/>
                  </a:cubicBezTo>
                  <a:cubicBezTo>
                    <a:pt x="16888" y="17892"/>
                    <a:pt x="17025" y="14306"/>
                    <a:pt x="16848" y="11855"/>
                  </a:cubicBezTo>
                  <a:cubicBezTo>
                    <a:pt x="16671" y="9404"/>
                    <a:pt x="16016" y="6682"/>
                    <a:pt x="15498" y="11855"/>
                  </a:cubicBezTo>
                  <a:cubicBezTo>
                    <a:pt x="14980" y="17028"/>
                    <a:pt x="14600" y="15420"/>
                    <a:pt x="14364" y="11855"/>
                  </a:cubicBezTo>
                  <a:cubicBezTo>
                    <a:pt x="14127" y="8290"/>
                    <a:pt x="13698" y="7009"/>
                    <a:pt x="13230" y="11855"/>
                  </a:cubicBezTo>
                  <a:cubicBezTo>
                    <a:pt x="12761" y="16701"/>
                    <a:pt x="12381" y="13793"/>
                    <a:pt x="12096" y="11855"/>
                  </a:cubicBezTo>
                  <a:cubicBezTo>
                    <a:pt x="11811" y="9917"/>
                    <a:pt x="11450" y="15883"/>
                    <a:pt x="10962" y="11855"/>
                  </a:cubicBezTo>
                  <a:cubicBezTo>
                    <a:pt x="10473" y="7827"/>
                    <a:pt x="9937" y="15449"/>
                    <a:pt x="9396" y="11855"/>
                  </a:cubicBezTo>
                  <a:cubicBezTo>
                    <a:pt x="8855" y="8261"/>
                    <a:pt x="8476" y="11667"/>
                    <a:pt x="8046" y="11855"/>
                  </a:cubicBezTo>
                  <a:cubicBezTo>
                    <a:pt x="7616" y="12042"/>
                    <a:pt x="7512" y="15002"/>
                    <a:pt x="7344" y="11855"/>
                  </a:cubicBezTo>
                  <a:cubicBezTo>
                    <a:pt x="7175" y="8707"/>
                    <a:pt x="6543" y="16440"/>
                    <a:pt x="6210" y="11855"/>
                  </a:cubicBezTo>
                  <a:cubicBezTo>
                    <a:pt x="5877" y="7270"/>
                    <a:pt x="5335" y="13936"/>
                    <a:pt x="4644" y="11855"/>
                  </a:cubicBezTo>
                  <a:cubicBezTo>
                    <a:pt x="3953" y="9773"/>
                    <a:pt x="4101" y="8938"/>
                    <a:pt x="3726" y="11855"/>
                  </a:cubicBezTo>
                  <a:cubicBezTo>
                    <a:pt x="3351" y="14771"/>
                    <a:pt x="2439" y="17261"/>
                    <a:pt x="1944" y="11855"/>
                  </a:cubicBezTo>
                  <a:cubicBezTo>
                    <a:pt x="1449" y="6449"/>
                    <a:pt x="831" y="12053"/>
                    <a:pt x="0" y="11855"/>
                  </a:cubicBezTo>
                  <a:cubicBezTo>
                    <a:pt x="1" y="8837"/>
                    <a:pt x="1" y="6805"/>
                    <a:pt x="0" y="5032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86" name="Rectangle 42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87" name="Рисунок 6" descr="Рисунок 6"/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>
            <a:fillRect/>
          </a:stretch>
        </p:blipFill>
        <p:spPr>
          <a:xfrm>
            <a:off x="18" y="8"/>
            <a:ext cx="12191982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Заголовок 1"/>
          <p:cNvSpPr txBox="1">
            <a:spLocks noGrp="1"/>
          </p:cNvSpPr>
          <p:nvPr>
            <p:ph type="title"/>
          </p:nvPr>
        </p:nvSpPr>
        <p:spPr>
          <a:xfrm>
            <a:off x="934883" y="174625"/>
            <a:ext cx="10515601" cy="1325563"/>
          </a:xfrm>
          <a:prstGeom prst="rect">
            <a:avLst/>
          </a:prstGeom>
        </p:spPr>
        <p:txBody>
          <a:bodyPr anchor="ctr"/>
          <a:lstStyle>
            <a:lvl1pPr>
              <a:defRPr sz="7200"/>
            </a:lvl1pPr>
          </a:lstStyle>
          <a:p>
            <a:r>
              <a:t>А что по данным?…</a:t>
            </a:r>
          </a:p>
        </p:txBody>
      </p:sp>
      <p:grpSp>
        <p:nvGrpSpPr>
          <p:cNvPr id="191" name="Rectangle 6"/>
          <p:cNvGrpSpPr/>
          <p:nvPr/>
        </p:nvGrpSpPr>
        <p:grpSpPr>
          <a:xfrm>
            <a:off x="-91404" y="1503121"/>
            <a:ext cx="12319804" cy="69373"/>
            <a:chOff x="0" y="0"/>
            <a:chExt cx="12319802" cy="69372"/>
          </a:xfrm>
        </p:grpSpPr>
        <p:sp>
          <p:nvSpPr>
            <p:cNvPr id="189" name="Фигура"/>
            <p:cNvSpPr/>
            <p:nvPr/>
          </p:nvSpPr>
          <p:spPr>
            <a:xfrm>
              <a:off x="0" y="0"/>
              <a:ext cx="12318889" cy="62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313" extrusionOk="0">
                  <a:moveTo>
                    <a:pt x="0" y="6302"/>
                  </a:moveTo>
                  <a:cubicBezTo>
                    <a:pt x="532" y="10296"/>
                    <a:pt x="827" y="802"/>
                    <a:pt x="1134" y="6302"/>
                  </a:cubicBezTo>
                  <a:cubicBezTo>
                    <a:pt x="1442" y="11802"/>
                    <a:pt x="1531" y="5687"/>
                    <a:pt x="1836" y="6302"/>
                  </a:cubicBezTo>
                  <a:cubicBezTo>
                    <a:pt x="2141" y="6917"/>
                    <a:pt x="2785" y="6264"/>
                    <a:pt x="3618" y="6302"/>
                  </a:cubicBezTo>
                  <a:cubicBezTo>
                    <a:pt x="4451" y="6340"/>
                    <a:pt x="4269" y="7734"/>
                    <a:pt x="4752" y="6302"/>
                  </a:cubicBezTo>
                  <a:cubicBezTo>
                    <a:pt x="5235" y="4870"/>
                    <a:pt x="5559" y="11132"/>
                    <a:pt x="5886" y="6302"/>
                  </a:cubicBezTo>
                  <a:cubicBezTo>
                    <a:pt x="6213" y="1472"/>
                    <a:pt x="7123" y="11267"/>
                    <a:pt x="7668" y="6302"/>
                  </a:cubicBezTo>
                  <a:cubicBezTo>
                    <a:pt x="8213" y="1337"/>
                    <a:pt x="8378" y="9493"/>
                    <a:pt x="8586" y="6302"/>
                  </a:cubicBezTo>
                  <a:cubicBezTo>
                    <a:pt x="8794" y="3111"/>
                    <a:pt x="9477" y="1803"/>
                    <a:pt x="10368" y="6302"/>
                  </a:cubicBezTo>
                  <a:cubicBezTo>
                    <a:pt x="11258" y="10801"/>
                    <a:pt x="11328" y="5442"/>
                    <a:pt x="12150" y="6302"/>
                  </a:cubicBezTo>
                  <a:cubicBezTo>
                    <a:pt x="12971" y="7162"/>
                    <a:pt x="12846" y="4963"/>
                    <a:pt x="13499" y="6302"/>
                  </a:cubicBezTo>
                  <a:cubicBezTo>
                    <a:pt x="14153" y="7641"/>
                    <a:pt x="14809" y="1643"/>
                    <a:pt x="15281" y="6302"/>
                  </a:cubicBezTo>
                  <a:cubicBezTo>
                    <a:pt x="15753" y="10961"/>
                    <a:pt x="16125" y="-64"/>
                    <a:pt x="16415" y="6302"/>
                  </a:cubicBezTo>
                  <a:cubicBezTo>
                    <a:pt x="16706" y="12668"/>
                    <a:pt x="17019" y="12966"/>
                    <a:pt x="17549" y="6302"/>
                  </a:cubicBezTo>
                  <a:cubicBezTo>
                    <a:pt x="18079" y="-362"/>
                    <a:pt x="18728" y="16231"/>
                    <a:pt x="19115" y="6302"/>
                  </a:cubicBezTo>
                  <a:cubicBezTo>
                    <a:pt x="19502" y="-3627"/>
                    <a:pt x="19913" y="-424"/>
                    <a:pt x="20249" y="6302"/>
                  </a:cubicBezTo>
                  <a:cubicBezTo>
                    <a:pt x="20586" y="13028"/>
                    <a:pt x="21285" y="6484"/>
                    <a:pt x="21599" y="6302"/>
                  </a:cubicBezTo>
                  <a:cubicBezTo>
                    <a:pt x="21598" y="8573"/>
                    <a:pt x="21599" y="9997"/>
                    <a:pt x="21599" y="11080"/>
                  </a:cubicBezTo>
                  <a:cubicBezTo>
                    <a:pt x="21110" y="12640"/>
                    <a:pt x="20583" y="12131"/>
                    <a:pt x="20033" y="11080"/>
                  </a:cubicBezTo>
                  <a:cubicBezTo>
                    <a:pt x="19483" y="10031"/>
                    <a:pt x="19588" y="7233"/>
                    <a:pt x="19331" y="11080"/>
                  </a:cubicBezTo>
                  <a:cubicBezTo>
                    <a:pt x="19074" y="14928"/>
                    <a:pt x="18665" y="6792"/>
                    <a:pt x="18413" y="11080"/>
                  </a:cubicBezTo>
                  <a:cubicBezTo>
                    <a:pt x="18161" y="15369"/>
                    <a:pt x="17075" y="5021"/>
                    <a:pt x="16631" y="11080"/>
                  </a:cubicBezTo>
                  <a:cubicBezTo>
                    <a:pt x="16187" y="17140"/>
                    <a:pt x="15727" y="13215"/>
                    <a:pt x="15281" y="11080"/>
                  </a:cubicBezTo>
                  <a:cubicBezTo>
                    <a:pt x="14836" y="8946"/>
                    <a:pt x="14797" y="13385"/>
                    <a:pt x="14363" y="11080"/>
                  </a:cubicBezTo>
                  <a:cubicBezTo>
                    <a:pt x="13929" y="8776"/>
                    <a:pt x="13294" y="11263"/>
                    <a:pt x="13014" y="11080"/>
                  </a:cubicBezTo>
                  <a:cubicBezTo>
                    <a:pt x="12733" y="10899"/>
                    <a:pt x="12561" y="14929"/>
                    <a:pt x="12312" y="11080"/>
                  </a:cubicBezTo>
                  <a:cubicBezTo>
                    <a:pt x="12062" y="7232"/>
                    <a:pt x="11835" y="9457"/>
                    <a:pt x="11610" y="11080"/>
                  </a:cubicBezTo>
                  <a:cubicBezTo>
                    <a:pt x="11385" y="12704"/>
                    <a:pt x="10910" y="8545"/>
                    <a:pt x="10260" y="11080"/>
                  </a:cubicBezTo>
                  <a:cubicBezTo>
                    <a:pt x="9610" y="13616"/>
                    <a:pt x="9634" y="13962"/>
                    <a:pt x="9342" y="11080"/>
                  </a:cubicBezTo>
                  <a:cubicBezTo>
                    <a:pt x="9049" y="8199"/>
                    <a:pt x="8115" y="8134"/>
                    <a:pt x="7776" y="11080"/>
                  </a:cubicBezTo>
                  <a:cubicBezTo>
                    <a:pt x="7437" y="14027"/>
                    <a:pt x="7041" y="11954"/>
                    <a:pt x="6858" y="11080"/>
                  </a:cubicBezTo>
                  <a:cubicBezTo>
                    <a:pt x="6674" y="10207"/>
                    <a:pt x="5951" y="4188"/>
                    <a:pt x="5292" y="11080"/>
                  </a:cubicBezTo>
                  <a:cubicBezTo>
                    <a:pt x="4633" y="17973"/>
                    <a:pt x="4831" y="8812"/>
                    <a:pt x="4590" y="11080"/>
                  </a:cubicBezTo>
                  <a:cubicBezTo>
                    <a:pt x="4349" y="13349"/>
                    <a:pt x="3423" y="7273"/>
                    <a:pt x="3024" y="11080"/>
                  </a:cubicBezTo>
                  <a:cubicBezTo>
                    <a:pt x="2626" y="14888"/>
                    <a:pt x="2323" y="10754"/>
                    <a:pt x="2106" y="11080"/>
                  </a:cubicBezTo>
                  <a:cubicBezTo>
                    <a:pt x="1889" y="11407"/>
                    <a:pt x="1553" y="14519"/>
                    <a:pt x="1404" y="11080"/>
                  </a:cubicBezTo>
                  <a:cubicBezTo>
                    <a:pt x="1255" y="7642"/>
                    <a:pt x="430" y="14155"/>
                    <a:pt x="0" y="11080"/>
                  </a:cubicBezTo>
                  <a:cubicBezTo>
                    <a:pt x="0" y="9255"/>
                    <a:pt x="-1" y="8329"/>
                    <a:pt x="0" y="6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90" name="Фигура"/>
            <p:cNvSpPr/>
            <p:nvPr/>
          </p:nvSpPr>
          <p:spPr>
            <a:xfrm>
              <a:off x="521" y="3028"/>
              <a:ext cx="12319282" cy="6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108" extrusionOk="0">
                  <a:moveTo>
                    <a:pt x="0" y="4811"/>
                  </a:moveTo>
                  <a:cubicBezTo>
                    <a:pt x="293" y="533"/>
                    <a:pt x="692" y="3737"/>
                    <a:pt x="918" y="4811"/>
                  </a:cubicBezTo>
                  <a:cubicBezTo>
                    <a:pt x="1144" y="5885"/>
                    <a:pt x="1609" y="9256"/>
                    <a:pt x="2268" y="4811"/>
                  </a:cubicBezTo>
                  <a:cubicBezTo>
                    <a:pt x="2927" y="366"/>
                    <a:pt x="3239" y="6094"/>
                    <a:pt x="3834" y="4811"/>
                  </a:cubicBezTo>
                  <a:cubicBezTo>
                    <a:pt x="4429" y="3528"/>
                    <a:pt x="4254" y="4086"/>
                    <a:pt x="4536" y="4811"/>
                  </a:cubicBezTo>
                  <a:cubicBezTo>
                    <a:pt x="4818" y="5536"/>
                    <a:pt x="4889" y="6983"/>
                    <a:pt x="5238" y="4811"/>
                  </a:cubicBezTo>
                  <a:cubicBezTo>
                    <a:pt x="5587" y="2639"/>
                    <a:pt x="6391" y="-4833"/>
                    <a:pt x="7020" y="4811"/>
                  </a:cubicBezTo>
                  <a:cubicBezTo>
                    <a:pt x="7649" y="14455"/>
                    <a:pt x="8077" y="9754"/>
                    <a:pt x="8370" y="4811"/>
                  </a:cubicBezTo>
                  <a:cubicBezTo>
                    <a:pt x="8662" y="-132"/>
                    <a:pt x="8905" y="2155"/>
                    <a:pt x="9072" y="4811"/>
                  </a:cubicBezTo>
                  <a:cubicBezTo>
                    <a:pt x="9239" y="7467"/>
                    <a:pt x="10033" y="3450"/>
                    <a:pt x="10422" y="4811"/>
                  </a:cubicBezTo>
                  <a:cubicBezTo>
                    <a:pt x="10810" y="6172"/>
                    <a:pt x="11827" y="891"/>
                    <a:pt x="12203" y="4811"/>
                  </a:cubicBezTo>
                  <a:cubicBezTo>
                    <a:pt x="12580" y="8730"/>
                    <a:pt x="12903" y="10694"/>
                    <a:pt x="13337" y="4811"/>
                  </a:cubicBezTo>
                  <a:cubicBezTo>
                    <a:pt x="13772" y="-1072"/>
                    <a:pt x="13912" y="1412"/>
                    <a:pt x="14471" y="4811"/>
                  </a:cubicBezTo>
                  <a:cubicBezTo>
                    <a:pt x="15030" y="8210"/>
                    <a:pt x="15292" y="-2580"/>
                    <a:pt x="15821" y="4811"/>
                  </a:cubicBezTo>
                  <a:cubicBezTo>
                    <a:pt x="16351" y="12202"/>
                    <a:pt x="16901" y="2458"/>
                    <a:pt x="17387" y="4811"/>
                  </a:cubicBezTo>
                  <a:cubicBezTo>
                    <a:pt x="17873" y="7163"/>
                    <a:pt x="18291" y="1694"/>
                    <a:pt x="18953" y="4811"/>
                  </a:cubicBezTo>
                  <a:cubicBezTo>
                    <a:pt x="19615" y="7928"/>
                    <a:pt x="20491" y="6489"/>
                    <a:pt x="21599" y="4811"/>
                  </a:cubicBezTo>
                  <a:cubicBezTo>
                    <a:pt x="21600" y="5809"/>
                    <a:pt x="21600" y="6880"/>
                    <a:pt x="21599" y="8912"/>
                  </a:cubicBezTo>
                  <a:cubicBezTo>
                    <a:pt x="21276" y="11207"/>
                    <a:pt x="21042" y="11444"/>
                    <a:pt x="20681" y="8912"/>
                  </a:cubicBezTo>
                  <a:cubicBezTo>
                    <a:pt x="20319" y="6380"/>
                    <a:pt x="19574" y="1057"/>
                    <a:pt x="18899" y="8912"/>
                  </a:cubicBezTo>
                  <a:cubicBezTo>
                    <a:pt x="18224" y="16767"/>
                    <a:pt x="18147" y="11698"/>
                    <a:pt x="17549" y="8912"/>
                  </a:cubicBezTo>
                  <a:cubicBezTo>
                    <a:pt x="16951" y="6126"/>
                    <a:pt x="17193" y="6265"/>
                    <a:pt x="16847" y="8912"/>
                  </a:cubicBezTo>
                  <a:cubicBezTo>
                    <a:pt x="16501" y="11559"/>
                    <a:pt x="15915" y="9052"/>
                    <a:pt x="15497" y="8912"/>
                  </a:cubicBezTo>
                  <a:cubicBezTo>
                    <a:pt x="15079" y="8771"/>
                    <a:pt x="14751" y="9613"/>
                    <a:pt x="14363" y="8912"/>
                  </a:cubicBezTo>
                  <a:cubicBezTo>
                    <a:pt x="13976" y="8210"/>
                    <a:pt x="13727" y="8135"/>
                    <a:pt x="13229" y="8912"/>
                  </a:cubicBezTo>
                  <a:cubicBezTo>
                    <a:pt x="12732" y="9689"/>
                    <a:pt x="12446" y="13472"/>
                    <a:pt x="12095" y="8912"/>
                  </a:cubicBezTo>
                  <a:cubicBezTo>
                    <a:pt x="11745" y="4351"/>
                    <a:pt x="11189" y="5531"/>
                    <a:pt x="10962" y="8912"/>
                  </a:cubicBezTo>
                  <a:cubicBezTo>
                    <a:pt x="10734" y="12292"/>
                    <a:pt x="10022" y="10827"/>
                    <a:pt x="9396" y="8912"/>
                  </a:cubicBezTo>
                  <a:cubicBezTo>
                    <a:pt x="8769" y="6996"/>
                    <a:pt x="8436" y="14128"/>
                    <a:pt x="8046" y="8912"/>
                  </a:cubicBezTo>
                  <a:cubicBezTo>
                    <a:pt x="7656" y="3695"/>
                    <a:pt x="7599" y="12583"/>
                    <a:pt x="7344" y="8912"/>
                  </a:cubicBezTo>
                  <a:cubicBezTo>
                    <a:pt x="7088" y="5241"/>
                    <a:pt x="6498" y="14273"/>
                    <a:pt x="6210" y="8912"/>
                  </a:cubicBezTo>
                  <a:cubicBezTo>
                    <a:pt x="5921" y="3551"/>
                    <a:pt x="5413" y="13035"/>
                    <a:pt x="4644" y="8912"/>
                  </a:cubicBezTo>
                  <a:cubicBezTo>
                    <a:pt x="3875" y="4789"/>
                    <a:pt x="4174" y="6106"/>
                    <a:pt x="3726" y="8912"/>
                  </a:cubicBezTo>
                  <a:cubicBezTo>
                    <a:pt x="3279" y="11718"/>
                    <a:pt x="2553" y="14987"/>
                    <a:pt x="1944" y="8912"/>
                  </a:cubicBezTo>
                  <a:cubicBezTo>
                    <a:pt x="1336" y="2837"/>
                    <a:pt x="813" y="1946"/>
                    <a:pt x="0" y="8912"/>
                  </a:cubicBezTo>
                  <a:cubicBezTo>
                    <a:pt x="0" y="6934"/>
                    <a:pt x="1" y="5811"/>
                    <a:pt x="0" y="4811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pic>
        <p:nvPicPr>
          <p:cNvPr id="192" name="Рисунок 9" descr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294" y="1940196"/>
            <a:ext cx="6202778" cy="42417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58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95" name="Рисунок 6" descr="Рисунок 6"/>
          <p:cNvPicPr>
            <a:picLocks noChangeAspect="1"/>
          </p:cNvPicPr>
          <p:nvPr/>
        </p:nvPicPr>
        <p:blipFill>
          <a:blip r:embed="rId2">
            <a:alphaModFix amt="50000"/>
          </a:blip>
          <a:srcRect b="15707"/>
          <a:stretch>
            <a:fillRect/>
          </a:stretch>
        </p:blipFill>
        <p:spPr>
          <a:xfrm>
            <a:off x="18" y="8"/>
            <a:ext cx="12188813" cy="685799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8" name="Rectangle 6"/>
          <p:cNvGrpSpPr/>
          <p:nvPr/>
        </p:nvGrpSpPr>
        <p:grpSpPr>
          <a:xfrm>
            <a:off x="3973292" y="4345732"/>
            <a:ext cx="4245175" cy="61538"/>
            <a:chOff x="-99" y="0"/>
            <a:chExt cx="4245173" cy="61536"/>
          </a:xfrm>
        </p:grpSpPr>
        <p:sp>
          <p:nvSpPr>
            <p:cNvPr id="196" name="Фигура"/>
            <p:cNvSpPr/>
            <p:nvPr/>
          </p:nvSpPr>
          <p:spPr>
            <a:xfrm>
              <a:off x="811" y="1603"/>
              <a:ext cx="4244264" cy="5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33" extrusionOk="0">
                  <a:moveTo>
                    <a:pt x="0" y="5317"/>
                  </a:moveTo>
                  <a:cubicBezTo>
                    <a:pt x="652" y="9615"/>
                    <a:pt x="1591" y="5599"/>
                    <a:pt x="2869" y="5317"/>
                  </a:cubicBezTo>
                  <a:cubicBezTo>
                    <a:pt x="4147" y="5035"/>
                    <a:pt x="4260" y="7441"/>
                    <a:pt x="5306" y="5317"/>
                  </a:cubicBezTo>
                  <a:cubicBezTo>
                    <a:pt x="6351" y="3193"/>
                    <a:pt x="8083" y="-1893"/>
                    <a:pt x="8822" y="5317"/>
                  </a:cubicBezTo>
                  <a:cubicBezTo>
                    <a:pt x="9562" y="12527"/>
                    <a:pt x="10446" y="6809"/>
                    <a:pt x="11691" y="5317"/>
                  </a:cubicBezTo>
                  <a:cubicBezTo>
                    <a:pt x="12937" y="3824"/>
                    <a:pt x="13739" y="-566"/>
                    <a:pt x="14560" y="5317"/>
                  </a:cubicBezTo>
                  <a:cubicBezTo>
                    <a:pt x="15382" y="11200"/>
                    <a:pt x="17252" y="11630"/>
                    <a:pt x="18077" y="5317"/>
                  </a:cubicBezTo>
                  <a:cubicBezTo>
                    <a:pt x="18902" y="-996"/>
                    <a:pt x="20103" y="-2509"/>
                    <a:pt x="21593" y="5317"/>
                  </a:cubicBezTo>
                  <a:cubicBezTo>
                    <a:pt x="21596" y="7648"/>
                    <a:pt x="21600" y="10238"/>
                    <a:pt x="21593" y="12170"/>
                  </a:cubicBezTo>
                  <a:cubicBezTo>
                    <a:pt x="21018" y="7291"/>
                    <a:pt x="20012" y="18155"/>
                    <a:pt x="18941" y="12170"/>
                  </a:cubicBezTo>
                  <a:cubicBezTo>
                    <a:pt x="17869" y="6184"/>
                    <a:pt x="16639" y="19091"/>
                    <a:pt x="15856" y="12170"/>
                  </a:cubicBezTo>
                  <a:cubicBezTo>
                    <a:pt x="15073" y="5248"/>
                    <a:pt x="13964" y="13403"/>
                    <a:pt x="12771" y="12170"/>
                  </a:cubicBezTo>
                  <a:cubicBezTo>
                    <a:pt x="11578" y="10937"/>
                    <a:pt x="10513" y="18509"/>
                    <a:pt x="9902" y="12170"/>
                  </a:cubicBezTo>
                  <a:cubicBezTo>
                    <a:pt x="9291" y="5830"/>
                    <a:pt x="7161" y="10753"/>
                    <a:pt x="6386" y="12170"/>
                  </a:cubicBezTo>
                  <a:cubicBezTo>
                    <a:pt x="5610" y="13587"/>
                    <a:pt x="4264" y="15513"/>
                    <a:pt x="2869" y="12170"/>
                  </a:cubicBezTo>
                  <a:cubicBezTo>
                    <a:pt x="1474" y="8826"/>
                    <a:pt x="676" y="9376"/>
                    <a:pt x="0" y="12170"/>
                  </a:cubicBezTo>
                  <a:cubicBezTo>
                    <a:pt x="1" y="9850"/>
                    <a:pt x="1" y="6936"/>
                    <a:pt x="0" y="531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197" name="Фигура"/>
            <p:cNvSpPr/>
            <p:nvPr/>
          </p:nvSpPr>
          <p:spPr>
            <a:xfrm>
              <a:off x="-100" y="-1"/>
              <a:ext cx="4244506" cy="61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696" extrusionOk="0">
                  <a:moveTo>
                    <a:pt x="5" y="5467"/>
                  </a:moveTo>
                  <a:cubicBezTo>
                    <a:pt x="805" y="1728"/>
                    <a:pt x="1933" y="4075"/>
                    <a:pt x="2874" y="5467"/>
                  </a:cubicBezTo>
                  <a:cubicBezTo>
                    <a:pt x="3815" y="6858"/>
                    <a:pt x="4613" y="4147"/>
                    <a:pt x="5311" y="5467"/>
                  </a:cubicBezTo>
                  <a:cubicBezTo>
                    <a:pt x="6008" y="6786"/>
                    <a:pt x="6909" y="382"/>
                    <a:pt x="7964" y="5467"/>
                  </a:cubicBezTo>
                  <a:cubicBezTo>
                    <a:pt x="9018" y="10551"/>
                    <a:pt x="9735" y="11469"/>
                    <a:pt x="11265" y="5467"/>
                  </a:cubicBezTo>
                  <a:cubicBezTo>
                    <a:pt x="12794" y="-536"/>
                    <a:pt x="12802" y="-1010"/>
                    <a:pt x="14134" y="5467"/>
                  </a:cubicBezTo>
                  <a:cubicBezTo>
                    <a:pt x="15465" y="11943"/>
                    <a:pt x="16180" y="9793"/>
                    <a:pt x="16787" y="5467"/>
                  </a:cubicBezTo>
                  <a:cubicBezTo>
                    <a:pt x="17393" y="1140"/>
                    <a:pt x="20422" y="-4294"/>
                    <a:pt x="21599" y="5467"/>
                  </a:cubicBezTo>
                  <a:cubicBezTo>
                    <a:pt x="21594" y="7450"/>
                    <a:pt x="21597" y="10604"/>
                    <a:pt x="21599" y="12018"/>
                  </a:cubicBezTo>
                  <a:cubicBezTo>
                    <a:pt x="20934" y="6968"/>
                    <a:pt x="19993" y="8088"/>
                    <a:pt x="18514" y="12018"/>
                  </a:cubicBezTo>
                  <a:cubicBezTo>
                    <a:pt x="17035" y="15948"/>
                    <a:pt x="16566" y="14020"/>
                    <a:pt x="15861" y="12018"/>
                  </a:cubicBezTo>
                  <a:cubicBezTo>
                    <a:pt x="15157" y="10016"/>
                    <a:pt x="13338" y="14546"/>
                    <a:pt x="12344" y="12018"/>
                  </a:cubicBezTo>
                  <a:cubicBezTo>
                    <a:pt x="11350" y="9490"/>
                    <a:pt x="10631" y="6730"/>
                    <a:pt x="9475" y="12018"/>
                  </a:cubicBezTo>
                  <a:cubicBezTo>
                    <a:pt x="8319" y="17306"/>
                    <a:pt x="7650" y="7442"/>
                    <a:pt x="7038" y="12018"/>
                  </a:cubicBezTo>
                  <a:cubicBezTo>
                    <a:pt x="6426" y="16594"/>
                    <a:pt x="5325" y="14422"/>
                    <a:pt x="3737" y="12018"/>
                  </a:cubicBezTo>
                  <a:cubicBezTo>
                    <a:pt x="2150" y="9614"/>
                    <a:pt x="1741" y="3266"/>
                    <a:pt x="5" y="12018"/>
                  </a:cubicBezTo>
                  <a:cubicBezTo>
                    <a:pt x="-1" y="9047"/>
                    <a:pt x="-1" y="7245"/>
                    <a:pt x="5" y="5467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sp>
        <p:nvSpPr>
          <p:cNvPr id="199" name="Заголовок 3"/>
          <p:cNvSpPr txBox="1">
            <a:spLocks noGrp="1"/>
          </p:cNvSpPr>
          <p:nvPr>
            <p:ph type="title"/>
          </p:nvPr>
        </p:nvSpPr>
        <p:spPr>
          <a:xfrm>
            <a:off x="903805" y="270788"/>
            <a:ext cx="11275938" cy="2214497"/>
          </a:xfrm>
          <a:prstGeom prst="rect">
            <a:avLst/>
          </a:prstGeom>
        </p:spPr>
        <p:txBody>
          <a:bodyPr/>
          <a:lstStyle/>
          <a:p>
            <a:pPr lvl="5" defTabSz="878097">
              <a:defRPr sz="6887">
                <a:solidFill>
                  <a:srgbClr val="FFFFFF"/>
                </a:solidFill>
              </a:defRPr>
            </a:pPr>
            <a:r>
              <a:t>Планирование?</a:t>
            </a:r>
            <a:br/>
            <a:endParaRPr/>
          </a:p>
        </p:txBody>
      </p:sp>
      <p:pic>
        <p:nvPicPr>
          <p:cNvPr id="200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949" y="2014226"/>
            <a:ext cx="4366103" cy="43661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3" name="Rectangle 6"/>
          <p:cNvGrpSpPr/>
          <p:nvPr/>
        </p:nvGrpSpPr>
        <p:grpSpPr>
          <a:xfrm>
            <a:off x="-91404" y="1503121"/>
            <a:ext cx="12319804" cy="69373"/>
            <a:chOff x="0" y="0"/>
            <a:chExt cx="12319802" cy="69372"/>
          </a:xfrm>
        </p:grpSpPr>
        <p:sp>
          <p:nvSpPr>
            <p:cNvPr id="201" name="Фигура"/>
            <p:cNvSpPr/>
            <p:nvPr/>
          </p:nvSpPr>
          <p:spPr>
            <a:xfrm>
              <a:off x="-1" y="0"/>
              <a:ext cx="12318890" cy="62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313" extrusionOk="0">
                  <a:moveTo>
                    <a:pt x="0" y="6302"/>
                  </a:moveTo>
                  <a:cubicBezTo>
                    <a:pt x="532" y="10296"/>
                    <a:pt x="827" y="802"/>
                    <a:pt x="1134" y="6302"/>
                  </a:cubicBezTo>
                  <a:cubicBezTo>
                    <a:pt x="1442" y="11802"/>
                    <a:pt x="1531" y="5687"/>
                    <a:pt x="1836" y="6302"/>
                  </a:cubicBezTo>
                  <a:cubicBezTo>
                    <a:pt x="2141" y="6917"/>
                    <a:pt x="2785" y="6264"/>
                    <a:pt x="3618" y="6302"/>
                  </a:cubicBezTo>
                  <a:cubicBezTo>
                    <a:pt x="4451" y="6340"/>
                    <a:pt x="4269" y="7734"/>
                    <a:pt x="4752" y="6302"/>
                  </a:cubicBezTo>
                  <a:cubicBezTo>
                    <a:pt x="5235" y="4870"/>
                    <a:pt x="5559" y="11132"/>
                    <a:pt x="5886" y="6302"/>
                  </a:cubicBezTo>
                  <a:cubicBezTo>
                    <a:pt x="6213" y="1472"/>
                    <a:pt x="7123" y="11267"/>
                    <a:pt x="7668" y="6302"/>
                  </a:cubicBezTo>
                  <a:cubicBezTo>
                    <a:pt x="8213" y="1337"/>
                    <a:pt x="8378" y="9493"/>
                    <a:pt x="8586" y="6302"/>
                  </a:cubicBezTo>
                  <a:cubicBezTo>
                    <a:pt x="8794" y="3111"/>
                    <a:pt x="9477" y="1803"/>
                    <a:pt x="10368" y="6302"/>
                  </a:cubicBezTo>
                  <a:cubicBezTo>
                    <a:pt x="11258" y="10801"/>
                    <a:pt x="11328" y="5442"/>
                    <a:pt x="12150" y="6302"/>
                  </a:cubicBezTo>
                  <a:cubicBezTo>
                    <a:pt x="12971" y="7162"/>
                    <a:pt x="12846" y="4963"/>
                    <a:pt x="13499" y="6302"/>
                  </a:cubicBezTo>
                  <a:cubicBezTo>
                    <a:pt x="14153" y="7641"/>
                    <a:pt x="14809" y="1643"/>
                    <a:pt x="15281" y="6302"/>
                  </a:cubicBezTo>
                  <a:cubicBezTo>
                    <a:pt x="15753" y="10961"/>
                    <a:pt x="16125" y="-64"/>
                    <a:pt x="16415" y="6302"/>
                  </a:cubicBezTo>
                  <a:cubicBezTo>
                    <a:pt x="16706" y="12668"/>
                    <a:pt x="17019" y="12966"/>
                    <a:pt x="17549" y="6302"/>
                  </a:cubicBezTo>
                  <a:cubicBezTo>
                    <a:pt x="18079" y="-362"/>
                    <a:pt x="18728" y="16231"/>
                    <a:pt x="19115" y="6302"/>
                  </a:cubicBezTo>
                  <a:cubicBezTo>
                    <a:pt x="19502" y="-3627"/>
                    <a:pt x="19913" y="-424"/>
                    <a:pt x="20249" y="6302"/>
                  </a:cubicBezTo>
                  <a:cubicBezTo>
                    <a:pt x="20586" y="13028"/>
                    <a:pt x="21285" y="6484"/>
                    <a:pt x="21599" y="6302"/>
                  </a:cubicBezTo>
                  <a:cubicBezTo>
                    <a:pt x="21598" y="8573"/>
                    <a:pt x="21599" y="9997"/>
                    <a:pt x="21599" y="11080"/>
                  </a:cubicBezTo>
                  <a:cubicBezTo>
                    <a:pt x="21110" y="12640"/>
                    <a:pt x="20583" y="12131"/>
                    <a:pt x="20033" y="11080"/>
                  </a:cubicBezTo>
                  <a:cubicBezTo>
                    <a:pt x="19483" y="10031"/>
                    <a:pt x="19588" y="7233"/>
                    <a:pt x="19331" y="11080"/>
                  </a:cubicBezTo>
                  <a:cubicBezTo>
                    <a:pt x="19074" y="14928"/>
                    <a:pt x="18665" y="6792"/>
                    <a:pt x="18413" y="11080"/>
                  </a:cubicBezTo>
                  <a:cubicBezTo>
                    <a:pt x="18161" y="15369"/>
                    <a:pt x="17075" y="5021"/>
                    <a:pt x="16631" y="11080"/>
                  </a:cubicBezTo>
                  <a:cubicBezTo>
                    <a:pt x="16187" y="17140"/>
                    <a:pt x="15727" y="13215"/>
                    <a:pt x="15281" y="11080"/>
                  </a:cubicBezTo>
                  <a:cubicBezTo>
                    <a:pt x="14836" y="8946"/>
                    <a:pt x="14797" y="13385"/>
                    <a:pt x="14363" y="11080"/>
                  </a:cubicBezTo>
                  <a:cubicBezTo>
                    <a:pt x="13929" y="8776"/>
                    <a:pt x="13294" y="11263"/>
                    <a:pt x="13014" y="11080"/>
                  </a:cubicBezTo>
                  <a:cubicBezTo>
                    <a:pt x="12733" y="10899"/>
                    <a:pt x="12561" y="14929"/>
                    <a:pt x="12312" y="11080"/>
                  </a:cubicBezTo>
                  <a:cubicBezTo>
                    <a:pt x="12062" y="7232"/>
                    <a:pt x="11835" y="9457"/>
                    <a:pt x="11610" y="11080"/>
                  </a:cubicBezTo>
                  <a:cubicBezTo>
                    <a:pt x="11385" y="12704"/>
                    <a:pt x="10910" y="8545"/>
                    <a:pt x="10260" y="11080"/>
                  </a:cubicBezTo>
                  <a:cubicBezTo>
                    <a:pt x="9610" y="13616"/>
                    <a:pt x="9634" y="13962"/>
                    <a:pt x="9342" y="11080"/>
                  </a:cubicBezTo>
                  <a:cubicBezTo>
                    <a:pt x="9049" y="8199"/>
                    <a:pt x="8115" y="8134"/>
                    <a:pt x="7776" y="11080"/>
                  </a:cubicBezTo>
                  <a:cubicBezTo>
                    <a:pt x="7437" y="14027"/>
                    <a:pt x="7041" y="11954"/>
                    <a:pt x="6858" y="11080"/>
                  </a:cubicBezTo>
                  <a:cubicBezTo>
                    <a:pt x="6674" y="10207"/>
                    <a:pt x="5951" y="4188"/>
                    <a:pt x="5292" y="11080"/>
                  </a:cubicBezTo>
                  <a:cubicBezTo>
                    <a:pt x="4633" y="17973"/>
                    <a:pt x="4831" y="8812"/>
                    <a:pt x="4590" y="11080"/>
                  </a:cubicBezTo>
                  <a:cubicBezTo>
                    <a:pt x="4349" y="13349"/>
                    <a:pt x="3423" y="7273"/>
                    <a:pt x="3024" y="11080"/>
                  </a:cubicBezTo>
                  <a:cubicBezTo>
                    <a:pt x="2626" y="14888"/>
                    <a:pt x="2323" y="10754"/>
                    <a:pt x="2106" y="11080"/>
                  </a:cubicBezTo>
                  <a:cubicBezTo>
                    <a:pt x="1889" y="11407"/>
                    <a:pt x="1553" y="14519"/>
                    <a:pt x="1404" y="11080"/>
                  </a:cubicBezTo>
                  <a:cubicBezTo>
                    <a:pt x="1255" y="7642"/>
                    <a:pt x="430" y="14155"/>
                    <a:pt x="0" y="11080"/>
                  </a:cubicBezTo>
                  <a:cubicBezTo>
                    <a:pt x="0" y="9255"/>
                    <a:pt x="-1" y="8329"/>
                    <a:pt x="0" y="6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202" name="Фигура"/>
            <p:cNvSpPr/>
            <p:nvPr/>
          </p:nvSpPr>
          <p:spPr>
            <a:xfrm>
              <a:off x="521" y="3028"/>
              <a:ext cx="12319282" cy="6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108" extrusionOk="0">
                  <a:moveTo>
                    <a:pt x="0" y="4811"/>
                  </a:moveTo>
                  <a:cubicBezTo>
                    <a:pt x="293" y="533"/>
                    <a:pt x="692" y="3737"/>
                    <a:pt x="918" y="4811"/>
                  </a:cubicBezTo>
                  <a:cubicBezTo>
                    <a:pt x="1144" y="5885"/>
                    <a:pt x="1609" y="9256"/>
                    <a:pt x="2268" y="4811"/>
                  </a:cubicBezTo>
                  <a:cubicBezTo>
                    <a:pt x="2927" y="366"/>
                    <a:pt x="3239" y="6094"/>
                    <a:pt x="3834" y="4811"/>
                  </a:cubicBezTo>
                  <a:cubicBezTo>
                    <a:pt x="4429" y="3528"/>
                    <a:pt x="4254" y="4086"/>
                    <a:pt x="4536" y="4811"/>
                  </a:cubicBezTo>
                  <a:cubicBezTo>
                    <a:pt x="4818" y="5536"/>
                    <a:pt x="4889" y="6983"/>
                    <a:pt x="5238" y="4811"/>
                  </a:cubicBezTo>
                  <a:cubicBezTo>
                    <a:pt x="5587" y="2639"/>
                    <a:pt x="6391" y="-4833"/>
                    <a:pt x="7020" y="4811"/>
                  </a:cubicBezTo>
                  <a:cubicBezTo>
                    <a:pt x="7649" y="14455"/>
                    <a:pt x="8077" y="9754"/>
                    <a:pt x="8370" y="4811"/>
                  </a:cubicBezTo>
                  <a:cubicBezTo>
                    <a:pt x="8662" y="-132"/>
                    <a:pt x="8905" y="2155"/>
                    <a:pt x="9072" y="4811"/>
                  </a:cubicBezTo>
                  <a:cubicBezTo>
                    <a:pt x="9239" y="7467"/>
                    <a:pt x="10033" y="3450"/>
                    <a:pt x="10422" y="4811"/>
                  </a:cubicBezTo>
                  <a:cubicBezTo>
                    <a:pt x="10810" y="6172"/>
                    <a:pt x="11827" y="891"/>
                    <a:pt x="12203" y="4811"/>
                  </a:cubicBezTo>
                  <a:cubicBezTo>
                    <a:pt x="12580" y="8730"/>
                    <a:pt x="12903" y="10694"/>
                    <a:pt x="13337" y="4811"/>
                  </a:cubicBezTo>
                  <a:cubicBezTo>
                    <a:pt x="13772" y="-1072"/>
                    <a:pt x="13912" y="1412"/>
                    <a:pt x="14471" y="4811"/>
                  </a:cubicBezTo>
                  <a:cubicBezTo>
                    <a:pt x="15030" y="8210"/>
                    <a:pt x="15292" y="-2580"/>
                    <a:pt x="15821" y="4811"/>
                  </a:cubicBezTo>
                  <a:cubicBezTo>
                    <a:pt x="16351" y="12202"/>
                    <a:pt x="16901" y="2458"/>
                    <a:pt x="17387" y="4811"/>
                  </a:cubicBezTo>
                  <a:cubicBezTo>
                    <a:pt x="17873" y="7163"/>
                    <a:pt x="18291" y="1694"/>
                    <a:pt x="18953" y="4811"/>
                  </a:cubicBezTo>
                  <a:cubicBezTo>
                    <a:pt x="19615" y="7928"/>
                    <a:pt x="20491" y="6489"/>
                    <a:pt x="21599" y="4811"/>
                  </a:cubicBezTo>
                  <a:cubicBezTo>
                    <a:pt x="21600" y="5809"/>
                    <a:pt x="21600" y="6880"/>
                    <a:pt x="21599" y="8912"/>
                  </a:cubicBezTo>
                  <a:cubicBezTo>
                    <a:pt x="21276" y="11207"/>
                    <a:pt x="21042" y="11444"/>
                    <a:pt x="20681" y="8912"/>
                  </a:cubicBezTo>
                  <a:cubicBezTo>
                    <a:pt x="20319" y="6380"/>
                    <a:pt x="19574" y="1057"/>
                    <a:pt x="18899" y="8912"/>
                  </a:cubicBezTo>
                  <a:cubicBezTo>
                    <a:pt x="18224" y="16767"/>
                    <a:pt x="18147" y="11698"/>
                    <a:pt x="17549" y="8912"/>
                  </a:cubicBezTo>
                  <a:cubicBezTo>
                    <a:pt x="16951" y="6126"/>
                    <a:pt x="17193" y="6265"/>
                    <a:pt x="16847" y="8912"/>
                  </a:cubicBezTo>
                  <a:cubicBezTo>
                    <a:pt x="16501" y="11559"/>
                    <a:pt x="15915" y="9052"/>
                    <a:pt x="15497" y="8912"/>
                  </a:cubicBezTo>
                  <a:cubicBezTo>
                    <a:pt x="15079" y="8771"/>
                    <a:pt x="14751" y="9613"/>
                    <a:pt x="14363" y="8912"/>
                  </a:cubicBezTo>
                  <a:cubicBezTo>
                    <a:pt x="13976" y="8210"/>
                    <a:pt x="13727" y="8135"/>
                    <a:pt x="13229" y="8912"/>
                  </a:cubicBezTo>
                  <a:cubicBezTo>
                    <a:pt x="12732" y="9689"/>
                    <a:pt x="12446" y="13472"/>
                    <a:pt x="12095" y="8912"/>
                  </a:cubicBezTo>
                  <a:cubicBezTo>
                    <a:pt x="11745" y="4351"/>
                    <a:pt x="11189" y="5531"/>
                    <a:pt x="10962" y="8912"/>
                  </a:cubicBezTo>
                  <a:cubicBezTo>
                    <a:pt x="10734" y="12292"/>
                    <a:pt x="10022" y="10827"/>
                    <a:pt x="9396" y="8912"/>
                  </a:cubicBezTo>
                  <a:cubicBezTo>
                    <a:pt x="8769" y="6996"/>
                    <a:pt x="8436" y="14128"/>
                    <a:pt x="8046" y="8912"/>
                  </a:cubicBezTo>
                  <a:cubicBezTo>
                    <a:pt x="7656" y="3695"/>
                    <a:pt x="7599" y="12583"/>
                    <a:pt x="7344" y="8912"/>
                  </a:cubicBezTo>
                  <a:cubicBezTo>
                    <a:pt x="7088" y="5241"/>
                    <a:pt x="6498" y="14273"/>
                    <a:pt x="6210" y="8912"/>
                  </a:cubicBezTo>
                  <a:cubicBezTo>
                    <a:pt x="5921" y="3551"/>
                    <a:pt x="5413" y="13035"/>
                    <a:pt x="4644" y="8912"/>
                  </a:cubicBezTo>
                  <a:cubicBezTo>
                    <a:pt x="3875" y="4789"/>
                    <a:pt x="4174" y="6106"/>
                    <a:pt x="3726" y="8912"/>
                  </a:cubicBezTo>
                  <a:cubicBezTo>
                    <a:pt x="3279" y="11718"/>
                    <a:pt x="2553" y="14987"/>
                    <a:pt x="1944" y="8912"/>
                  </a:cubicBezTo>
                  <a:cubicBezTo>
                    <a:pt x="1336" y="2837"/>
                    <a:pt x="813" y="1946"/>
                    <a:pt x="0" y="8912"/>
                  </a:cubicBezTo>
                  <a:cubicBezTo>
                    <a:pt x="0" y="6934"/>
                    <a:pt x="1" y="5811"/>
                    <a:pt x="0" y="4811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23F8-3341-054B-6A40-C5C1B75D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58">
            <a:extLst>
              <a:ext uri="{FF2B5EF4-FFF2-40B4-BE49-F238E27FC236}">
                <a16:creationId xmlns:a16="http://schemas.microsoft.com/office/drawing/2014/main" id="{53CE06E5-F46A-AF1F-0366-93B96BB30E8D}"/>
              </a:ext>
            </a:extLst>
          </p:cNvPr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95" name="Рисунок 6" descr="Рисунок 6">
            <a:extLst>
              <a:ext uri="{FF2B5EF4-FFF2-40B4-BE49-F238E27FC236}">
                <a16:creationId xmlns:a16="http://schemas.microsoft.com/office/drawing/2014/main" id="{5D0B8CE0-6A16-5CFB-0681-402E4EE429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07"/>
          <a:stretch>
            <a:fillRect/>
          </a:stretch>
        </p:blipFill>
        <p:spPr>
          <a:xfrm>
            <a:off x="18" y="8"/>
            <a:ext cx="1218881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Заголовок 3">
            <a:extLst>
              <a:ext uri="{FF2B5EF4-FFF2-40B4-BE49-F238E27FC236}">
                <a16:creationId xmlns:a16="http://schemas.microsoft.com/office/drawing/2014/main" id="{5946538C-5DD5-755D-19C7-8A5EBC7C3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3805" y="270788"/>
            <a:ext cx="11275938" cy="221449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5" defTabSz="878097">
              <a:defRPr sz="6887">
                <a:solidFill>
                  <a:srgbClr val="FFFFFF"/>
                </a:solidFill>
              </a:defRPr>
            </a:pPr>
            <a:r>
              <a:rPr lang="ru-RU" dirty="0"/>
              <a:t>Концептуальные </a:t>
            </a:r>
            <a:r>
              <a:rPr lang="ru-RU" dirty="0" err="1"/>
              <a:t>моментики</a:t>
            </a:r>
            <a:br>
              <a:rPr dirty="0"/>
            </a:br>
            <a:endParaRPr dirty="0"/>
          </a:p>
        </p:txBody>
      </p:sp>
      <p:grpSp>
        <p:nvGrpSpPr>
          <p:cNvPr id="203" name="Rectangle 6">
            <a:extLst>
              <a:ext uri="{FF2B5EF4-FFF2-40B4-BE49-F238E27FC236}">
                <a16:creationId xmlns:a16="http://schemas.microsoft.com/office/drawing/2014/main" id="{C210866A-4638-57D7-9364-F40768EC7F48}"/>
              </a:ext>
            </a:extLst>
          </p:cNvPr>
          <p:cNvGrpSpPr/>
          <p:nvPr/>
        </p:nvGrpSpPr>
        <p:grpSpPr>
          <a:xfrm>
            <a:off x="-91404" y="1503121"/>
            <a:ext cx="12319804" cy="69373"/>
            <a:chOff x="0" y="0"/>
            <a:chExt cx="12319802" cy="69372"/>
          </a:xfrm>
        </p:grpSpPr>
        <p:sp>
          <p:nvSpPr>
            <p:cNvPr id="201" name="Фигура">
              <a:extLst>
                <a:ext uri="{FF2B5EF4-FFF2-40B4-BE49-F238E27FC236}">
                  <a16:creationId xmlns:a16="http://schemas.microsoft.com/office/drawing/2014/main" id="{88D0881A-7528-8E30-AD45-6559030FD259}"/>
                </a:ext>
              </a:extLst>
            </p:cNvPr>
            <p:cNvSpPr/>
            <p:nvPr/>
          </p:nvSpPr>
          <p:spPr>
            <a:xfrm>
              <a:off x="-1" y="0"/>
              <a:ext cx="12318890" cy="62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313" extrusionOk="0">
                  <a:moveTo>
                    <a:pt x="0" y="6302"/>
                  </a:moveTo>
                  <a:cubicBezTo>
                    <a:pt x="532" y="10296"/>
                    <a:pt x="827" y="802"/>
                    <a:pt x="1134" y="6302"/>
                  </a:cubicBezTo>
                  <a:cubicBezTo>
                    <a:pt x="1442" y="11802"/>
                    <a:pt x="1531" y="5687"/>
                    <a:pt x="1836" y="6302"/>
                  </a:cubicBezTo>
                  <a:cubicBezTo>
                    <a:pt x="2141" y="6917"/>
                    <a:pt x="2785" y="6264"/>
                    <a:pt x="3618" y="6302"/>
                  </a:cubicBezTo>
                  <a:cubicBezTo>
                    <a:pt x="4451" y="6340"/>
                    <a:pt x="4269" y="7734"/>
                    <a:pt x="4752" y="6302"/>
                  </a:cubicBezTo>
                  <a:cubicBezTo>
                    <a:pt x="5235" y="4870"/>
                    <a:pt x="5559" y="11132"/>
                    <a:pt x="5886" y="6302"/>
                  </a:cubicBezTo>
                  <a:cubicBezTo>
                    <a:pt x="6213" y="1472"/>
                    <a:pt x="7123" y="11267"/>
                    <a:pt x="7668" y="6302"/>
                  </a:cubicBezTo>
                  <a:cubicBezTo>
                    <a:pt x="8213" y="1337"/>
                    <a:pt x="8378" y="9493"/>
                    <a:pt x="8586" y="6302"/>
                  </a:cubicBezTo>
                  <a:cubicBezTo>
                    <a:pt x="8794" y="3111"/>
                    <a:pt x="9477" y="1803"/>
                    <a:pt x="10368" y="6302"/>
                  </a:cubicBezTo>
                  <a:cubicBezTo>
                    <a:pt x="11258" y="10801"/>
                    <a:pt x="11328" y="5442"/>
                    <a:pt x="12150" y="6302"/>
                  </a:cubicBezTo>
                  <a:cubicBezTo>
                    <a:pt x="12971" y="7162"/>
                    <a:pt x="12846" y="4963"/>
                    <a:pt x="13499" y="6302"/>
                  </a:cubicBezTo>
                  <a:cubicBezTo>
                    <a:pt x="14153" y="7641"/>
                    <a:pt x="14809" y="1643"/>
                    <a:pt x="15281" y="6302"/>
                  </a:cubicBezTo>
                  <a:cubicBezTo>
                    <a:pt x="15753" y="10961"/>
                    <a:pt x="16125" y="-64"/>
                    <a:pt x="16415" y="6302"/>
                  </a:cubicBezTo>
                  <a:cubicBezTo>
                    <a:pt x="16706" y="12668"/>
                    <a:pt x="17019" y="12966"/>
                    <a:pt x="17549" y="6302"/>
                  </a:cubicBezTo>
                  <a:cubicBezTo>
                    <a:pt x="18079" y="-362"/>
                    <a:pt x="18728" y="16231"/>
                    <a:pt x="19115" y="6302"/>
                  </a:cubicBezTo>
                  <a:cubicBezTo>
                    <a:pt x="19502" y="-3627"/>
                    <a:pt x="19913" y="-424"/>
                    <a:pt x="20249" y="6302"/>
                  </a:cubicBezTo>
                  <a:cubicBezTo>
                    <a:pt x="20586" y="13028"/>
                    <a:pt x="21285" y="6484"/>
                    <a:pt x="21599" y="6302"/>
                  </a:cubicBezTo>
                  <a:cubicBezTo>
                    <a:pt x="21598" y="8573"/>
                    <a:pt x="21599" y="9997"/>
                    <a:pt x="21599" y="11080"/>
                  </a:cubicBezTo>
                  <a:cubicBezTo>
                    <a:pt x="21110" y="12640"/>
                    <a:pt x="20583" y="12131"/>
                    <a:pt x="20033" y="11080"/>
                  </a:cubicBezTo>
                  <a:cubicBezTo>
                    <a:pt x="19483" y="10031"/>
                    <a:pt x="19588" y="7233"/>
                    <a:pt x="19331" y="11080"/>
                  </a:cubicBezTo>
                  <a:cubicBezTo>
                    <a:pt x="19074" y="14928"/>
                    <a:pt x="18665" y="6792"/>
                    <a:pt x="18413" y="11080"/>
                  </a:cubicBezTo>
                  <a:cubicBezTo>
                    <a:pt x="18161" y="15369"/>
                    <a:pt x="17075" y="5021"/>
                    <a:pt x="16631" y="11080"/>
                  </a:cubicBezTo>
                  <a:cubicBezTo>
                    <a:pt x="16187" y="17140"/>
                    <a:pt x="15727" y="13215"/>
                    <a:pt x="15281" y="11080"/>
                  </a:cubicBezTo>
                  <a:cubicBezTo>
                    <a:pt x="14836" y="8946"/>
                    <a:pt x="14797" y="13385"/>
                    <a:pt x="14363" y="11080"/>
                  </a:cubicBezTo>
                  <a:cubicBezTo>
                    <a:pt x="13929" y="8776"/>
                    <a:pt x="13294" y="11263"/>
                    <a:pt x="13014" y="11080"/>
                  </a:cubicBezTo>
                  <a:cubicBezTo>
                    <a:pt x="12733" y="10899"/>
                    <a:pt x="12561" y="14929"/>
                    <a:pt x="12312" y="11080"/>
                  </a:cubicBezTo>
                  <a:cubicBezTo>
                    <a:pt x="12062" y="7232"/>
                    <a:pt x="11835" y="9457"/>
                    <a:pt x="11610" y="11080"/>
                  </a:cubicBezTo>
                  <a:cubicBezTo>
                    <a:pt x="11385" y="12704"/>
                    <a:pt x="10910" y="8545"/>
                    <a:pt x="10260" y="11080"/>
                  </a:cubicBezTo>
                  <a:cubicBezTo>
                    <a:pt x="9610" y="13616"/>
                    <a:pt x="9634" y="13962"/>
                    <a:pt x="9342" y="11080"/>
                  </a:cubicBezTo>
                  <a:cubicBezTo>
                    <a:pt x="9049" y="8199"/>
                    <a:pt x="8115" y="8134"/>
                    <a:pt x="7776" y="11080"/>
                  </a:cubicBezTo>
                  <a:cubicBezTo>
                    <a:pt x="7437" y="14027"/>
                    <a:pt x="7041" y="11954"/>
                    <a:pt x="6858" y="11080"/>
                  </a:cubicBezTo>
                  <a:cubicBezTo>
                    <a:pt x="6674" y="10207"/>
                    <a:pt x="5951" y="4188"/>
                    <a:pt x="5292" y="11080"/>
                  </a:cubicBezTo>
                  <a:cubicBezTo>
                    <a:pt x="4633" y="17973"/>
                    <a:pt x="4831" y="8812"/>
                    <a:pt x="4590" y="11080"/>
                  </a:cubicBezTo>
                  <a:cubicBezTo>
                    <a:pt x="4349" y="13349"/>
                    <a:pt x="3423" y="7273"/>
                    <a:pt x="3024" y="11080"/>
                  </a:cubicBezTo>
                  <a:cubicBezTo>
                    <a:pt x="2626" y="14888"/>
                    <a:pt x="2323" y="10754"/>
                    <a:pt x="2106" y="11080"/>
                  </a:cubicBezTo>
                  <a:cubicBezTo>
                    <a:pt x="1889" y="11407"/>
                    <a:pt x="1553" y="14519"/>
                    <a:pt x="1404" y="11080"/>
                  </a:cubicBezTo>
                  <a:cubicBezTo>
                    <a:pt x="1255" y="7642"/>
                    <a:pt x="430" y="14155"/>
                    <a:pt x="0" y="11080"/>
                  </a:cubicBezTo>
                  <a:cubicBezTo>
                    <a:pt x="0" y="9255"/>
                    <a:pt x="-1" y="8329"/>
                    <a:pt x="0" y="6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202" name="Фигура">
              <a:extLst>
                <a:ext uri="{FF2B5EF4-FFF2-40B4-BE49-F238E27FC236}">
                  <a16:creationId xmlns:a16="http://schemas.microsoft.com/office/drawing/2014/main" id="{4FC9593F-29B7-3215-42FF-AA31F57D417F}"/>
                </a:ext>
              </a:extLst>
            </p:cNvPr>
            <p:cNvSpPr/>
            <p:nvPr/>
          </p:nvSpPr>
          <p:spPr>
            <a:xfrm>
              <a:off x="521" y="3028"/>
              <a:ext cx="12319282" cy="6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108" extrusionOk="0">
                  <a:moveTo>
                    <a:pt x="0" y="4811"/>
                  </a:moveTo>
                  <a:cubicBezTo>
                    <a:pt x="293" y="533"/>
                    <a:pt x="692" y="3737"/>
                    <a:pt x="918" y="4811"/>
                  </a:cubicBezTo>
                  <a:cubicBezTo>
                    <a:pt x="1144" y="5885"/>
                    <a:pt x="1609" y="9256"/>
                    <a:pt x="2268" y="4811"/>
                  </a:cubicBezTo>
                  <a:cubicBezTo>
                    <a:pt x="2927" y="366"/>
                    <a:pt x="3239" y="6094"/>
                    <a:pt x="3834" y="4811"/>
                  </a:cubicBezTo>
                  <a:cubicBezTo>
                    <a:pt x="4429" y="3528"/>
                    <a:pt x="4254" y="4086"/>
                    <a:pt x="4536" y="4811"/>
                  </a:cubicBezTo>
                  <a:cubicBezTo>
                    <a:pt x="4818" y="5536"/>
                    <a:pt x="4889" y="6983"/>
                    <a:pt x="5238" y="4811"/>
                  </a:cubicBezTo>
                  <a:cubicBezTo>
                    <a:pt x="5587" y="2639"/>
                    <a:pt x="6391" y="-4833"/>
                    <a:pt x="7020" y="4811"/>
                  </a:cubicBezTo>
                  <a:cubicBezTo>
                    <a:pt x="7649" y="14455"/>
                    <a:pt x="8077" y="9754"/>
                    <a:pt x="8370" y="4811"/>
                  </a:cubicBezTo>
                  <a:cubicBezTo>
                    <a:pt x="8662" y="-132"/>
                    <a:pt x="8905" y="2155"/>
                    <a:pt x="9072" y="4811"/>
                  </a:cubicBezTo>
                  <a:cubicBezTo>
                    <a:pt x="9239" y="7467"/>
                    <a:pt x="10033" y="3450"/>
                    <a:pt x="10422" y="4811"/>
                  </a:cubicBezTo>
                  <a:cubicBezTo>
                    <a:pt x="10810" y="6172"/>
                    <a:pt x="11827" y="891"/>
                    <a:pt x="12203" y="4811"/>
                  </a:cubicBezTo>
                  <a:cubicBezTo>
                    <a:pt x="12580" y="8730"/>
                    <a:pt x="12903" y="10694"/>
                    <a:pt x="13337" y="4811"/>
                  </a:cubicBezTo>
                  <a:cubicBezTo>
                    <a:pt x="13772" y="-1072"/>
                    <a:pt x="13912" y="1412"/>
                    <a:pt x="14471" y="4811"/>
                  </a:cubicBezTo>
                  <a:cubicBezTo>
                    <a:pt x="15030" y="8210"/>
                    <a:pt x="15292" y="-2580"/>
                    <a:pt x="15821" y="4811"/>
                  </a:cubicBezTo>
                  <a:cubicBezTo>
                    <a:pt x="16351" y="12202"/>
                    <a:pt x="16901" y="2458"/>
                    <a:pt x="17387" y="4811"/>
                  </a:cubicBezTo>
                  <a:cubicBezTo>
                    <a:pt x="17873" y="7163"/>
                    <a:pt x="18291" y="1694"/>
                    <a:pt x="18953" y="4811"/>
                  </a:cubicBezTo>
                  <a:cubicBezTo>
                    <a:pt x="19615" y="7928"/>
                    <a:pt x="20491" y="6489"/>
                    <a:pt x="21599" y="4811"/>
                  </a:cubicBezTo>
                  <a:cubicBezTo>
                    <a:pt x="21600" y="5809"/>
                    <a:pt x="21600" y="6880"/>
                    <a:pt x="21599" y="8912"/>
                  </a:cubicBezTo>
                  <a:cubicBezTo>
                    <a:pt x="21276" y="11207"/>
                    <a:pt x="21042" y="11444"/>
                    <a:pt x="20681" y="8912"/>
                  </a:cubicBezTo>
                  <a:cubicBezTo>
                    <a:pt x="20319" y="6380"/>
                    <a:pt x="19574" y="1057"/>
                    <a:pt x="18899" y="8912"/>
                  </a:cubicBezTo>
                  <a:cubicBezTo>
                    <a:pt x="18224" y="16767"/>
                    <a:pt x="18147" y="11698"/>
                    <a:pt x="17549" y="8912"/>
                  </a:cubicBezTo>
                  <a:cubicBezTo>
                    <a:pt x="16951" y="6126"/>
                    <a:pt x="17193" y="6265"/>
                    <a:pt x="16847" y="8912"/>
                  </a:cubicBezTo>
                  <a:cubicBezTo>
                    <a:pt x="16501" y="11559"/>
                    <a:pt x="15915" y="9052"/>
                    <a:pt x="15497" y="8912"/>
                  </a:cubicBezTo>
                  <a:cubicBezTo>
                    <a:pt x="15079" y="8771"/>
                    <a:pt x="14751" y="9613"/>
                    <a:pt x="14363" y="8912"/>
                  </a:cubicBezTo>
                  <a:cubicBezTo>
                    <a:pt x="13976" y="8210"/>
                    <a:pt x="13727" y="8135"/>
                    <a:pt x="13229" y="8912"/>
                  </a:cubicBezTo>
                  <a:cubicBezTo>
                    <a:pt x="12732" y="9689"/>
                    <a:pt x="12446" y="13472"/>
                    <a:pt x="12095" y="8912"/>
                  </a:cubicBezTo>
                  <a:cubicBezTo>
                    <a:pt x="11745" y="4351"/>
                    <a:pt x="11189" y="5531"/>
                    <a:pt x="10962" y="8912"/>
                  </a:cubicBezTo>
                  <a:cubicBezTo>
                    <a:pt x="10734" y="12292"/>
                    <a:pt x="10022" y="10827"/>
                    <a:pt x="9396" y="8912"/>
                  </a:cubicBezTo>
                  <a:cubicBezTo>
                    <a:pt x="8769" y="6996"/>
                    <a:pt x="8436" y="14128"/>
                    <a:pt x="8046" y="8912"/>
                  </a:cubicBezTo>
                  <a:cubicBezTo>
                    <a:pt x="7656" y="3695"/>
                    <a:pt x="7599" y="12583"/>
                    <a:pt x="7344" y="8912"/>
                  </a:cubicBezTo>
                  <a:cubicBezTo>
                    <a:pt x="7088" y="5241"/>
                    <a:pt x="6498" y="14273"/>
                    <a:pt x="6210" y="8912"/>
                  </a:cubicBezTo>
                  <a:cubicBezTo>
                    <a:pt x="5921" y="3551"/>
                    <a:pt x="5413" y="13035"/>
                    <a:pt x="4644" y="8912"/>
                  </a:cubicBezTo>
                  <a:cubicBezTo>
                    <a:pt x="3875" y="4789"/>
                    <a:pt x="4174" y="6106"/>
                    <a:pt x="3726" y="8912"/>
                  </a:cubicBezTo>
                  <a:cubicBezTo>
                    <a:pt x="3279" y="11718"/>
                    <a:pt x="2553" y="14987"/>
                    <a:pt x="1944" y="8912"/>
                  </a:cubicBezTo>
                  <a:cubicBezTo>
                    <a:pt x="1336" y="2837"/>
                    <a:pt x="813" y="1946"/>
                    <a:pt x="0" y="8912"/>
                  </a:cubicBezTo>
                  <a:cubicBezTo>
                    <a:pt x="0" y="6934"/>
                    <a:pt x="1" y="5811"/>
                    <a:pt x="0" y="4811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pic>
        <p:nvPicPr>
          <p:cNvPr id="2" name="Рисунок 1" descr="Изображение выглядит как го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A42D69-54F1-A827-DF2B-461A2361E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78" y="1886313"/>
            <a:ext cx="6982060" cy="465786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04876081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AA9A-C3D3-6352-B203-6CD50117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58">
            <a:extLst>
              <a:ext uri="{FF2B5EF4-FFF2-40B4-BE49-F238E27FC236}">
                <a16:creationId xmlns:a16="http://schemas.microsoft.com/office/drawing/2014/main" id="{D84800B7-2EC4-92B8-B00C-50E4007ABE38}"/>
              </a:ext>
            </a:extLst>
          </p:cNvPr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he Hand Bold"/>
                <a:ea typeface="The Hand Bold"/>
                <a:cs typeface="The Hand Bold"/>
                <a:sym typeface="The Hand Bold"/>
              </a:defRPr>
            </a:pPr>
            <a:endParaRPr/>
          </a:p>
        </p:txBody>
      </p:sp>
      <p:pic>
        <p:nvPicPr>
          <p:cNvPr id="195" name="Рисунок 6" descr="Рисунок 6">
            <a:extLst>
              <a:ext uri="{FF2B5EF4-FFF2-40B4-BE49-F238E27FC236}">
                <a16:creationId xmlns:a16="http://schemas.microsoft.com/office/drawing/2014/main" id="{7B126334-80FB-0A5E-D191-C39D8BC2BF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07"/>
          <a:stretch>
            <a:fillRect/>
          </a:stretch>
        </p:blipFill>
        <p:spPr>
          <a:xfrm>
            <a:off x="19407" y="8"/>
            <a:ext cx="12188813" cy="685799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Заголовок 3">
            <a:extLst>
              <a:ext uri="{FF2B5EF4-FFF2-40B4-BE49-F238E27FC236}">
                <a16:creationId xmlns:a16="http://schemas.microsoft.com/office/drawing/2014/main" id="{5234CB9A-B9FC-D893-23C1-10FEE3B49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3805" y="270788"/>
            <a:ext cx="11275938" cy="2214497"/>
          </a:xfrm>
          <a:prstGeom prst="rect">
            <a:avLst/>
          </a:prstGeom>
        </p:spPr>
        <p:txBody>
          <a:bodyPr/>
          <a:lstStyle/>
          <a:p>
            <a:pPr lvl="5" defTabSz="878097">
              <a:defRPr sz="6887">
                <a:solidFill>
                  <a:srgbClr val="FFFFFF"/>
                </a:solidFill>
              </a:defRPr>
            </a:pPr>
            <a:r>
              <a:rPr lang="ru-RU" dirty="0"/>
              <a:t>Спасибо за внимание!</a:t>
            </a:r>
            <a:br>
              <a:rPr dirty="0"/>
            </a:br>
            <a:endParaRPr dirty="0"/>
          </a:p>
        </p:txBody>
      </p:sp>
      <p:grpSp>
        <p:nvGrpSpPr>
          <p:cNvPr id="203" name="Rectangle 6">
            <a:extLst>
              <a:ext uri="{FF2B5EF4-FFF2-40B4-BE49-F238E27FC236}">
                <a16:creationId xmlns:a16="http://schemas.microsoft.com/office/drawing/2014/main" id="{E55A081E-5CD7-2127-800C-0B801B170207}"/>
              </a:ext>
            </a:extLst>
          </p:cNvPr>
          <p:cNvGrpSpPr/>
          <p:nvPr/>
        </p:nvGrpSpPr>
        <p:grpSpPr>
          <a:xfrm>
            <a:off x="-91404" y="1503121"/>
            <a:ext cx="12319804" cy="69373"/>
            <a:chOff x="0" y="0"/>
            <a:chExt cx="12319802" cy="69372"/>
          </a:xfrm>
        </p:grpSpPr>
        <p:sp>
          <p:nvSpPr>
            <p:cNvPr id="201" name="Фигура">
              <a:extLst>
                <a:ext uri="{FF2B5EF4-FFF2-40B4-BE49-F238E27FC236}">
                  <a16:creationId xmlns:a16="http://schemas.microsoft.com/office/drawing/2014/main" id="{386BD42A-8FA1-F2A1-E54D-66A851B740FD}"/>
                </a:ext>
              </a:extLst>
            </p:cNvPr>
            <p:cNvSpPr/>
            <p:nvPr/>
          </p:nvSpPr>
          <p:spPr>
            <a:xfrm>
              <a:off x="-1" y="0"/>
              <a:ext cx="12318890" cy="62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313" extrusionOk="0">
                  <a:moveTo>
                    <a:pt x="0" y="6302"/>
                  </a:moveTo>
                  <a:cubicBezTo>
                    <a:pt x="532" y="10296"/>
                    <a:pt x="827" y="802"/>
                    <a:pt x="1134" y="6302"/>
                  </a:cubicBezTo>
                  <a:cubicBezTo>
                    <a:pt x="1442" y="11802"/>
                    <a:pt x="1531" y="5687"/>
                    <a:pt x="1836" y="6302"/>
                  </a:cubicBezTo>
                  <a:cubicBezTo>
                    <a:pt x="2141" y="6917"/>
                    <a:pt x="2785" y="6264"/>
                    <a:pt x="3618" y="6302"/>
                  </a:cubicBezTo>
                  <a:cubicBezTo>
                    <a:pt x="4451" y="6340"/>
                    <a:pt x="4269" y="7734"/>
                    <a:pt x="4752" y="6302"/>
                  </a:cubicBezTo>
                  <a:cubicBezTo>
                    <a:pt x="5235" y="4870"/>
                    <a:pt x="5559" y="11132"/>
                    <a:pt x="5886" y="6302"/>
                  </a:cubicBezTo>
                  <a:cubicBezTo>
                    <a:pt x="6213" y="1472"/>
                    <a:pt x="7123" y="11267"/>
                    <a:pt x="7668" y="6302"/>
                  </a:cubicBezTo>
                  <a:cubicBezTo>
                    <a:pt x="8213" y="1337"/>
                    <a:pt x="8378" y="9493"/>
                    <a:pt x="8586" y="6302"/>
                  </a:cubicBezTo>
                  <a:cubicBezTo>
                    <a:pt x="8794" y="3111"/>
                    <a:pt x="9477" y="1803"/>
                    <a:pt x="10368" y="6302"/>
                  </a:cubicBezTo>
                  <a:cubicBezTo>
                    <a:pt x="11258" y="10801"/>
                    <a:pt x="11328" y="5442"/>
                    <a:pt x="12150" y="6302"/>
                  </a:cubicBezTo>
                  <a:cubicBezTo>
                    <a:pt x="12971" y="7162"/>
                    <a:pt x="12846" y="4963"/>
                    <a:pt x="13499" y="6302"/>
                  </a:cubicBezTo>
                  <a:cubicBezTo>
                    <a:pt x="14153" y="7641"/>
                    <a:pt x="14809" y="1643"/>
                    <a:pt x="15281" y="6302"/>
                  </a:cubicBezTo>
                  <a:cubicBezTo>
                    <a:pt x="15753" y="10961"/>
                    <a:pt x="16125" y="-64"/>
                    <a:pt x="16415" y="6302"/>
                  </a:cubicBezTo>
                  <a:cubicBezTo>
                    <a:pt x="16706" y="12668"/>
                    <a:pt x="17019" y="12966"/>
                    <a:pt x="17549" y="6302"/>
                  </a:cubicBezTo>
                  <a:cubicBezTo>
                    <a:pt x="18079" y="-362"/>
                    <a:pt x="18728" y="16231"/>
                    <a:pt x="19115" y="6302"/>
                  </a:cubicBezTo>
                  <a:cubicBezTo>
                    <a:pt x="19502" y="-3627"/>
                    <a:pt x="19913" y="-424"/>
                    <a:pt x="20249" y="6302"/>
                  </a:cubicBezTo>
                  <a:cubicBezTo>
                    <a:pt x="20586" y="13028"/>
                    <a:pt x="21285" y="6484"/>
                    <a:pt x="21599" y="6302"/>
                  </a:cubicBezTo>
                  <a:cubicBezTo>
                    <a:pt x="21598" y="8573"/>
                    <a:pt x="21599" y="9997"/>
                    <a:pt x="21599" y="11080"/>
                  </a:cubicBezTo>
                  <a:cubicBezTo>
                    <a:pt x="21110" y="12640"/>
                    <a:pt x="20583" y="12131"/>
                    <a:pt x="20033" y="11080"/>
                  </a:cubicBezTo>
                  <a:cubicBezTo>
                    <a:pt x="19483" y="10031"/>
                    <a:pt x="19588" y="7233"/>
                    <a:pt x="19331" y="11080"/>
                  </a:cubicBezTo>
                  <a:cubicBezTo>
                    <a:pt x="19074" y="14928"/>
                    <a:pt x="18665" y="6792"/>
                    <a:pt x="18413" y="11080"/>
                  </a:cubicBezTo>
                  <a:cubicBezTo>
                    <a:pt x="18161" y="15369"/>
                    <a:pt x="17075" y="5021"/>
                    <a:pt x="16631" y="11080"/>
                  </a:cubicBezTo>
                  <a:cubicBezTo>
                    <a:pt x="16187" y="17140"/>
                    <a:pt x="15727" y="13215"/>
                    <a:pt x="15281" y="11080"/>
                  </a:cubicBezTo>
                  <a:cubicBezTo>
                    <a:pt x="14836" y="8946"/>
                    <a:pt x="14797" y="13385"/>
                    <a:pt x="14363" y="11080"/>
                  </a:cubicBezTo>
                  <a:cubicBezTo>
                    <a:pt x="13929" y="8776"/>
                    <a:pt x="13294" y="11263"/>
                    <a:pt x="13014" y="11080"/>
                  </a:cubicBezTo>
                  <a:cubicBezTo>
                    <a:pt x="12733" y="10899"/>
                    <a:pt x="12561" y="14929"/>
                    <a:pt x="12312" y="11080"/>
                  </a:cubicBezTo>
                  <a:cubicBezTo>
                    <a:pt x="12062" y="7232"/>
                    <a:pt x="11835" y="9457"/>
                    <a:pt x="11610" y="11080"/>
                  </a:cubicBezTo>
                  <a:cubicBezTo>
                    <a:pt x="11385" y="12704"/>
                    <a:pt x="10910" y="8545"/>
                    <a:pt x="10260" y="11080"/>
                  </a:cubicBezTo>
                  <a:cubicBezTo>
                    <a:pt x="9610" y="13616"/>
                    <a:pt x="9634" y="13962"/>
                    <a:pt x="9342" y="11080"/>
                  </a:cubicBezTo>
                  <a:cubicBezTo>
                    <a:pt x="9049" y="8199"/>
                    <a:pt x="8115" y="8134"/>
                    <a:pt x="7776" y="11080"/>
                  </a:cubicBezTo>
                  <a:cubicBezTo>
                    <a:pt x="7437" y="14027"/>
                    <a:pt x="7041" y="11954"/>
                    <a:pt x="6858" y="11080"/>
                  </a:cubicBezTo>
                  <a:cubicBezTo>
                    <a:pt x="6674" y="10207"/>
                    <a:pt x="5951" y="4188"/>
                    <a:pt x="5292" y="11080"/>
                  </a:cubicBezTo>
                  <a:cubicBezTo>
                    <a:pt x="4633" y="17973"/>
                    <a:pt x="4831" y="8812"/>
                    <a:pt x="4590" y="11080"/>
                  </a:cubicBezTo>
                  <a:cubicBezTo>
                    <a:pt x="4349" y="13349"/>
                    <a:pt x="3423" y="7273"/>
                    <a:pt x="3024" y="11080"/>
                  </a:cubicBezTo>
                  <a:cubicBezTo>
                    <a:pt x="2626" y="14888"/>
                    <a:pt x="2323" y="10754"/>
                    <a:pt x="2106" y="11080"/>
                  </a:cubicBezTo>
                  <a:cubicBezTo>
                    <a:pt x="1889" y="11407"/>
                    <a:pt x="1553" y="14519"/>
                    <a:pt x="1404" y="11080"/>
                  </a:cubicBezTo>
                  <a:cubicBezTo>
                    <a:pt x="1255" y="7642"/>
                    <a:pt x="430" y="14155"/>
                    <a:pt x="0" y="11080"/>
                  </a:cubicBezTo>
                  <a:cubicBezTo>
                    <a:pt x="0" y="9255"/>
                    <a:pt x="-1" y="8329"/>
                    <a:pt x="0" y="63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  <p:sp>
          <p:nvSpPr>
            <p:cNvPr id="202" name="Фигура">
              <a:extLst>
                <a:ext uri="{FF2B5EF4-FFF2-40B4-BE49-F238E27FC236}">
                  <a16:creationId xmlns:a16="http://schemas.microsoft.com/office/drawing/2014/main" id="{84B814B1-60C4-97E1-9B7C-40529EAE8A25}"/>
                </a:ext>
              </a:extLst>
            </p:cNvPr>
            <p:cNvSpPr/>
            <p:nvPr/>
          </p:nvSpPr>
          <p:spPr>
            <a:xfrm>
              <a:off x="521" y="3028"/>
              <a:ext cx="12319282" cy="6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108" extrusionOk="0">
                  <a:moveTo>
                    <a:pt x="0" y="4811"/>
                  </a:moveTo>
                  <a:cubicBezTo>
                    <a:pt x="293" y="533"/>
                    <a:pt x="692" y="3737"/>
                    <a:pt x="918" y="4811"/>
                  </a:cubicBezTo>
                  <a:cubicBezTo>
                    <a:pt x="1144" y="5885"/>
                    <a:pt x="1609" y="9256"/>
                    <a:pt x="2268" y="4811"/>
                  </a:cubicBezTo>
                  <a:cubicBezTo>
                    <a:pt x="2927" y="366"/>
                    <a:pt x="3239" y="6094"/>
                    <a:pt x="3834" y="4811"/>
                  </a:cubicBezTo>
                  <a:cubicBezTo>
                    <a:pt x="4429" y="3528"/>
                    <a:pt x="4254" y="4086"/>
                    <a:pt x="4536" y="4811"/>
                  </a:cubicBezTo>
                  <a:cubicBezTo>
                    <a:pt x="4818" y="5536"/>
                    <a:pt x="4889" y="6983"/>
                    <a:pt x="5238" y="4811"/>
                  </a:cubicBezTo>
                  <a:cubicBezTo>
                    <a:pt x="5587" y="2639"/>
                    <a:pt x="6391" y="-4833"/>
                    <a:pt x="7020" y="4811"/>
                  </a:cubicBezTo>
                  <a:cubicBezTo>
                    <a:pt x="7649" y="14455"/>
                    <a:pt x="8077" y="9754"/>
                    <a:pt x="8370" y="4811"/>
                  </a:cubicBezTo>
                  <a:cubicBezTo>
                    <a:pt x="8662" y="-132"/>
                    <a:pt x="8905" y="2155"/>
                    <a:pt x="9072" y="4811"/>
                  </a:cubicBezTo>
                  <a:cubicBezTo>
                    <a:pt x="9239" y="7467"/>
                    <a:pt x="10033" y="3450"/>
                    <a:pt x="10422" y="4811"/>
                  </a:cubicBezTo>
                  <a:cubicBezTo>
                    <a:pt x="10810" y="6172"/>
                    <a:pt x="11827" y="891"/>
                    <a:pt x="12203" y="4811"/>
                  </a:cubicBezTo>
                  <a:cubicBezTo>
                    <a:pt x="12580" y="8730"/>
                    <a:pt x="12903" y="10694"/>
                    <a:pt x="13337" y="4811"/>
                  </a:cubicBezTo>
                  <a:cubicBezTo>
                    <a:pt x="13772" y="-1072"/>
                    <a:pt x="13912" y="1412"/>
                    <a:pt x="14471" y="4811"/>
                  </a:cubicBezTo>
                  <a:cubicBezTo>
                    <a:pt x="15030" y="8210"/>
                    <a:pt x="15292" y="-2580"/>
                    <a:pt x="15821" y="4811"/>
                  </a:cubicBezTo>
                  <a:cubicBezTo>
                    <a:pt x="16351" y="12202"/>
                    <a:pt x="16901" y="2458"/>
                    <a:pt x="17387" y="4811"/>
                  </a:cubicBezTo>
                  <a:cubicBezTo>
                    <a:pt x="17873" y="7163"/>
                    <a:pt x="18291" y="1694"/>
                    <a:pt x="18953" y="4811"/>
                  </a:cubicBezTo>
                  <a:cubicBezTo>
                    <a:pt x="19615" y="7928"/>
                    <a:pt x="20491" y="6489"/>
                    <a:pt x="21599" y="4811"/>
                  </a:cubicBezTo>
                  <a:cubicBezTo>
                    <a:pt x="21600" y="5809"/>
                    <a:pt x="21600" y="6880"/>
                    <a:pt x="21599" y="8912"/>
                  </a:cubicBezTo>
                  <a:cubicBezTo>
                    <a:pt x="21276" y="11207"/>
                    <a:pt x="21042" y="11444"/>
                    <a:pt x="20681" y="8912"/>
                  </a:cubicBezTo>
                  <a:cubicBezTo>
                    <a:pt x="20319" y="6380"/>
                    <a:pt x="19574" y="1057"/>
                    <a:pt x="18899" y="8912"/>
                  </a:cubicBezTo>
                  <a:cubicBezTo>
                    <a:pt x="18224" y="16767"/>
                    <a:pt x="18147" y="11698"/>
                    <a:pt x="17549" y="8912"/>
                  </a:cubicBezTo>
                  <a:cubicBezTo>
                    <a:pt x="16951" y="6126"/>
                    <a:pt x="17193" y="6265"/>
                    <a:pt x="16847" y="8912"/>
                  </a:cubicBezTo>
                  <a:cubicBezTo>
                    <a:pt x="16501" y="11559"/>
                    <a:pt x="15915" y="9052"/>
                    <a:pt x="15497" y="8912"/>
                  </a:cubicBezTo>
                  <a:cubicBezTo>
                    <a:pt x="15079" y="8771"/>
                    <a:pt x="14751" y="9613"/>
                    <a:pt x="14363" y="8912"/>
                  </a:cubicBezTo>
                  <a:cubicBezTo>
                    <a:pt x="13976" y="8210"/>
                    <a:pt x="13727" y="8135"/>
                    <a:pt x="13229" y="8912"/>
                  </a:cubicBezTo>
                  <a:cubicBezTo>
                    <a:pt x="12732" y="9689"/>
                    <a:pt x="12446" y="13472"/>
                    <a:pt x="12095" y="8912"/>
                  </a:cubicBezTo>
                  <a:cubicBezTo>
                    <a:pt x="11745" y="4351"/>
                    <a:pt x="11189" y="5531"/>
                    <a:pt x="10962" y="8912"/>
                  </a:cubicBezTo>
                  <a:cubicBezTo>
                    <a:pt x="10734" y="12292"/>
                    <a:pt x="10022" y="10827"/>
                    <a:pt x="9396" y="8912"/>
                  </a:cubicBezTo>
                  <a:cubicBezTo>
                    <a:pt x="8769" y="6996"/>
                    <a:pt x="8436" y="14128"/>
                    <a:pt x="8046" y="8912"/>
                  </a:cubicBezTo>
                  <a:cubicBezTo>
                    <a:pt x="7656" y="3695"/>
                    <a:pt x="7599" y="12583"/>
                    <a:pt x="7344" y="8912"/>
                  </a:cubicBezTo>
                  <a:cubicBezTo>
                    <a:pt x="7088" y="5241"/>
                    <a:pt x="6498" y="14273"/>
                    <a:pt x="6210" y="8912"/>
                  </a:cubicBezTo>
                  <a:cubicBezTo>
                    <a:pt x="5921" y="3551"/>
                    <a:pt x="5413" y="13035"/>
                    <a:pt x="4644" y="8912"/>
                  </a:cubicBezTo>
                  <a:cubicBezTo>
                    <a:pt x="3875" y="4789"/>
                    <a:pt x="4174" y="6106"/>
                    <a:pt x="3726" y="8912"/>
                  </a:cubicBezTo>
                  <a:cubicBezTo>
                    <a:pt x="3279" y="11718"/>
                    <a:pt x="2553" y="14987"/>
                    <a:pt x="1944" y="8912"/>
                  </a:cubicBezTo>
                  <a:cubicBezTo>
                    <a:pt x="1336" y="2837"/>
                    <a:pt x="813" y="1946"/>
                    <a:pt x="0" y="8912"/>
                  </a:cubicBezTo>
                  <a:cubicBezTo>
                    <a:pt x="0" y="6934"/>
                    <a:pt x="1" y="5811"/>
                    <a:pt x="0" y="4811"/>
                  </a:cubicBezTo>
                  <a:close/>
                </a:path>
              </a:pathLst>
            </a:custGeom>
            <a:noFill/>
            <a:ln w="381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The Hand Bold"/>
                  <a:ea typeface="The Hand Bold"/>
                  <a:cs typeface="The Hand Bold"/>
                  <a:sym typeface="The Hand Bold"/>
                </a:defRPr>
              </a:pPr>
              <a:endParaRPr/>
            </a:p>
          </p:txBody>
        </p:sp>
      </p:grp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BF58B27-9999-C591-912D-DBB1254C6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16" b="99777" l="10000" r="90000">
                        <a14:foregroundMark x1="57385" y1="10245" x2="60923" y2="2116"/>
                        <a14:foregroundMark x1="60923" y1="2116" x2="62923" y2="10134"/>
                        <a14:foregroundMark x1="62923" y1="10134" x2="58615" y2="10802"/>
                        <a14:foregroundMark x1="58615" y1="10802" x2="58615" y2="10802"/>
                        <a14:foregroundMark x1="64974" y1="89087" x2="65744" y2="99220"/>
                        <a14:foregroundMark x1="65744" y1="99220" x2="65487" y2="997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8" y="1604890"/>
            <a:ext cx="11429692" cy="526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58354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ketchyVTI">
  <a:themeElements>
    <a:clrScheme name="SketchyVTI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0000FF"/>
      </a:hlink>
      <a:folHlink>
        <a:srgbClr val="FF00FF"/>
      </a:folHlink>
    </a:clrScheme>
    <a:fontScheme name="SketchyVTI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Sketchy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ketchyVTI">
  <a:themeElements>
    <a:clrScheme name="Sketchy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0000FF"/>
      </a:hlink>
      <a:folHlink>
        <a:srgbClr val="FF00FF"/>
      </a:folHlink>
    </a:clrScheme>
    <a:fontScheme name="SketchyVTI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Sketchy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The Hand Bold</vt:lpstr>
      <vt:lpstr>The Serif Hand Black</vt:lpstr>
      <vt:lpstr>SketchyVTI</vt:lpstr>
      <vt:lpstr>Oopps! Trap!</vt:lpstr>
      <vt:lpstr>Что это такое?</vt:lpstr>
      <vt:lpstr>Проще показать…</vt:lpstr>
      <vt:lpstr>А что по данным?…</vt:lpstr>
      <vt:lpstr>А что по данным?…</vt:lpstr>
      <vt:lpstr>Планирование? </vt:lpstr>
      <vt:lpstr>Концептуальные моментики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Анфилатова Надежда Геннадьевна</cp:lastModifiedBy>
  <cp:revision>1</cp:revision>
  <dcterms:modified xsi:type="dcterms:W3CDTF">2025-09-16T19:51:27Z</dcterms:modified>
</cp:coreProperties>
</file>